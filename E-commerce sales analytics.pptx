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939A"/>
    <a:srgbClr val="AC95DA"/>
    <a:srgbClr val="118D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438710-14D7-4CAE-AABE-3B58EB61028A}" type="doc">
      <dgm:prSet loTypeId="urn:microsoft.com/office/officeart/2008/layout/PictureStrips" loCatId="list" qsTypeId="urn:microsoft.com/office/officeart/2005/8/quickstyle/simple4" qsCatId="simple" csTypeId="urn:microsoft.com/office/officeart/2005/8/colors/accent1_4" csCatId="accent1" phldr="1"/>
      <dgm:spPr/>
      <dgm:t>
        <a:bodyPr/>
        <a:lstStyle/>
        <a:p>
          <a:endParaRPr lang="en-IN"/>
        </a:p>
      </dgm:t>
    </dgm:pt>
    <dgm:pt modelId="{32F169FF-AC80-4B74-84F3-C3CF8505A046}">
      <dgm:prSet phldrT="[Text]" phldr="0" custT="1">
        <dgm:style>
          <a:lnRef idx="2">
            <a:schemeClr val="accent3"/>
          </a:lnRef>
          <a:fillRef idx="1">
            <a:schemeClr val="lt1"/>
          </a:fillRef>
          <a:effectRef idx="0">
            <a:schemeClr val="accent3"/>
          </a:effectRef>
          <a:fontRef idx="minor">
            <a:schemeClr val="dk1"/>
          </a:fontRef>
        </dgm:style>
      </dgm:prSet>
      <dgm:spPr>
        <a:ln>
          <a:solidFill>
            <a:schemeClr val="accent1">
              <a:lumMod val="50000"/>
            </a:schemeClr>
          </a:solidFill>
        </a:ln>
      </dgm:spPr>
      <dgm:t>
        <a:bodyPr/>
        <a:lstStyle/>
        <a:p>
          <a:r>
            <a:rPr lang="en-US" sz="1500" b="0" i="1" dirty="0">
              <a:latin typeface="Georgia" panose="02040502050405020303" pitchFamily="18" charset="0"/>
            </a:rPr>
            <a:t>Data set</a:t>
          </a:r>
        </a:p>
        <a:p>
          <a:r>
            <a:rPr lang="en-US" sz="1200" dirty="0">
              <a:latin typeface="Georgia" panose="02040502050405020303" pitchFamily="18" charset="0"/>
            </a:rPr>
            <a:t>Subject Matter – E-commerce</a:t>
          </a:r>
        </a:p>
      </dgm:t>
    </dgm:pt>
    <dgm:pt modelId="{7D8B23CB-A4FC-4AB8-B00A-7806DEB521D0}" type="parTrans" cxnId="{2E018BBF-2623-4217-BD8A-5BE5F6FADA09}">
      <dgm:prSet/>
      <dgm:spPr/>
      <dgm:t>
        <a:bodyPr/>
        <a:lstStyle/>
        <a:p>
          <a:endParaRPr lang="en-IN">
            <a:latin typeface="Georgia" panose="02040502050405020303" pitchFamily="18" charset="0"/>
          </a:endParaRPr>
        </a:p>
      </dgm:t>
    </dgm:pt>
    <dgm:pt modelId="{8645853C-FD00-4C3E-9926-FAE05E769742}" type="sibTrans" cxnId="{2E018BBF-2623-4217-BD8A-5BE5F6FADA09}">
      <dgm:prSet/>
      <dgm:spPr/>
      <dgm:t>
        <a:bodyPr/>
        <a:lstStyle/>
        <a:p>
          <a:endParaRPr lang="en-IN">
            <a:latin typeface="Georgia" panose="02040502050405020303" pitchFamily="18" charset="0"/>
          </a:endParaRPr>
        </a:p>
      </dgm:t>
    </dgm:pt>
    <dgm:pt modelId="{20891841-7FDA-483D-9272-A251BE2E545C}">
      <dgm:prSet phldrT="[Text]" phldr="0" custT="1">
        <dgm:style>
          <a:lnRef idx="2">
            <a:schemeClr val="accent3"/>
          </a:lnRef>
          <a:fillRef idx="1">
            <a:schemeClr val="lt1"/>
          </a:fillRef>
          <a:effectRef idx="0">
            <a:schemeClr val="accent3"/>
          </a:effectRef>
          <a:fontRef idx="minor">
            <a:schemeClr val="dk1"/>
          </a:fontRef>
        </dgm:style>
      </dgm:prSet>
      <dgm:spPr/>
      <dgm:t>
        <a:bodyPr/>
        <a:lstStyle/>
        <a:p>
          <a:r>
            <a:rPr lang="en-US" sz="1500" i="1" dirty="0">
              <a:latin typeface="Georgia" panose="02040502050405020303" pitchFamily="18" charset="0"/>
            </a:rPr>
            <a:t>Business Focus</a:t>
          </a:r>
        </a:p>
      </dgm:t>
    </dgm:pt>
    <dgm:pt modelId="{B713134F-19F0-47E1-B545-93EBA1D29C34}" type="parTrans" cxnId="{AA666649-5739-4ECA-8FA2-5964600CED4C}">
      <dgm:prSet/>
      <dgm:spPr/>
      <dgm:t>
        <a:bodyPr/>
        <a:lstStyle/>
        <a:p>
          <a:endParaRPr lang="en-IN">
            <a:latin typeface="Georgia" panose="02040502050405020303" pitchFamily="18" charset="0"/>
          </a:endParaRPr>
        </a:p>
      </dgm:t>
    </dgm:pt>
    <dgm:pt modelId="{224192DB-A194-4624-9E78-4FC2734273DF}" type="sibTrans" cxnId="{AA666649-5739-4ECA-8FA2-5964600CED4C}">
      <dgm:prSet/>
      <dgm:spPr/>
      <dgm:t>
        <a:bodyPr/>
        <a:lstStyle/>
        <a:p>
          <a:endParaRPr lang="en-IN">
            <a:latin typeface="Georgia" panose="02040502050405020303" pitchFamily="18" charset="0"/>
          </a:endParaRPr>
        </a:p>
      </dgm:t>
    </dgm:pt>
    <dgm:pt modelId="{F9720B33-A2D5-4C3F-B5B3-9A1C66D2AE02}">
      <dgm:prSet phldrT="[Text]" phldr="0" custT="1">
        <dgm:style>
          <a:lnRef idx="2">
            <a:schemeClr val="accent3"/>
          </a:lnRef>
          <a:fillRef idx="1">
            <a:schemeClr val="lt1"/>
          </a:fillRef>
          <a:effectRef idx="0">
            <a:schemeClr val="accent3"/>
          </a:effectRef>
          <a:fontRef idx="minor">
            <a:schemeClr val="dk1"/>
          </a:fontRef>
        </dgm:style>
      </dgm:prSet>
      <dgm:spPr/>
      <dgm:t>
        <a:bodyPr/>
        <a:lstStyle/>
        <a:p>
          <a:r>
            <a:rPr lang="en-US" sz="1500" i="1" dirty="0">
              <a:latin typeface="Georgia" panose="02040502050405020303" pitchFamily="18" charset="0"/>
            </a:rPr>
            <a:t>Project Goal</a:t>
          </a:r>
        </a:p>
      </dgm:t>
    </dgm:pt>
    <dgm:pt modelId="{0D5BF475-1EAB-43F5-9C6A-552A07983A2B}" type="parTrans" cxnId="{C122ABA4-384B-4C7A-A93B-4E5C1C23E6D4}">
      <dgm:prSet/>
      <dgm:spPr/>
      <dgm:t>
        <a:bodyPr/>
        <a:lstStyle/>
        <a:p>
          <a:endParaRPr lang="en-IN">
            <a:latin typeface="Georgia" panose="02040502050405020303" pitchFamily="18" charset="0"/>
          </a:endParaRPr>
        </a:p>
      </dgm:t>
    </dgm:pt>
    <dgm:pt modelId="{6B9A81A6-8F99-4818-BA43-42426DC31985}" type="sibTrans" cxnId="{C122ABA4-384B-4C7A-A93B-4E5C1C23E6D4}">
      <dgm:prSet/>
      <dgm:spPr/>
      <dgm:t>
        <a:bodyPr/>
        <a:lstStyle/>
        <a:p>
          <a:endParaRPr lang="en-IN">
            <a:latin typeface="Georgia" panose="02040502050405020303" pitchFamily="18" charset="0"/>
          </a:endParaRPr>
        </a:p>
      </dgm:t>
    </dgm:pt>
    <dgm:pt modelId="{03B7757B-313E-48C8-93DE-8E6A4BEECAD8}">
      <dgm:prSet phldrT="[Text]" phldr="0" custT="1">
        <dgm:style>
          <a:lnRef idx="2">
            <a:schemeClr val="accent3"/>
          </a:lnRef>
          <a:fillRef idx="1">
            <a:schemeClr val="lt1"/>
          </a:fillRef>
          <a:effectRef idx="0">
            <a:schemeClr val="accent3"/>
          </a:effectRef>
          <a:fontRef idx="minor">
            <a:schemeClr val="dk1"/>
          </a:fontRef>
        </dgm:style>
      </dgm:prSet>
      <dgm:spPr>
        <a:ln>
          <a:solidFill>
            <a:schemeClr val="accent1">
              <a:lumMod val="50000"/>
            </a:schemeClr>
          </a:solidFill>
        </a:ln>
      </dgm:spPr>
      <dgm:t>
        <a:bodyPr/>
        <a:lstStyle/>
        <a:p>
          <a:r>
            <a:rPr lang="en-US" sz="1200" dirty="0">
              <a:latin typeface="Georgia" panose="02040502050405020303" pitchFamily="18" charset="0"/>
            </a:rPr>
            <a:t>107 original records</a:t>
          </a:r>
          <a:endParaRPr lang="en-IN" sz="1200" dirty="0">
            <a:latin typeface="Georgia" panose="02040502050405020303" pitchFamily="18" charset="0"/>
          </a:endParaRPr>
        </a:p>
      </dgm:t>
    </dgm:pt>
    <dgm:pt modelId="{EBB3AC91-E259-490B-B18C-7116796C608B}" type="parTrans" cxnId="{2B5CE806-275B-4B75-BECC-F9815A2D168C}">
      <dgm:prSet/>
      <dgm:spPr/>
      <dgm:t>
        <a:bodyPr/>
        <a:lstStyle/>
        <a:p>
          <a:endParaRPr lang="en-IN">
            <a:latin typeface="Georgia" panose="02040502050405020303" pitchFamily="18" charset="0"/>
          </a:endParaRPr>
        </a:p>
      </dgm:t>
    </dgm:pt>
    <dgm:pt modelId="{1B336576-9AD6-4D62-AE5B-F7CD4AA0F747}" type="sibTrans" cxnId="{2B5CE806-275B-4B75-BECC-F9815A2D168C}">
      <dgm:prSet/>
      <dgm:spPr/>
      <dgm:t>
        <a:bodyPr/>
        <a:lstStyle/>
        <a:p>
          <a:endParaRPr lang="en-IN">
            <a:latin typeface="Georgia" panose="02040502050405020303" pitchFamily="18" charset="0"/>
          </a:endParaRPr>
        </a:p>
      </dgm:t>
    </dgm:pt>
    <dgm:pt modelId="{C155D0D4-671A-4ABE-A7A8-54D20E2999CE}">
      <dgm:prSet phldrT="[Text]" phldr="0" custT="1">
        <dgm:style>
          <a:lnRef idx="2">
            <a:schemeClr val="accent3"/>
          </a:lnRef>
          <a:fillRef idx="1">
            <a:schemeClr val="lt1"/>
          </a:fillRef>
          <a:effectRef idx="0">
            <a:schemeClr val="accent3"/>
          </a:effectRef>
          <a:fontRef idx="minor">
            <a:schemeClr val="dk1"/>
          </a:fontRef>
        </dgm:style>
      </dgm:prSet>
      <dgm:spPr>
        <a:ln>
          <a:solidFill>
            <a:schemeClr val="accent1">
              <a:lumMod val="50000"/>
            </a:schemeClr>
          </a:solidFill>
        </a:ln>
      </dgm:spPr>
      <dgm:t>
        <a:bodyPr/>
        <a:lstStyle/>
        <a:p>
          <a:r>
            <a:rPr lang="en-US" sz="1200" dirty="0">
              <a:latin typeface="Georgia" panose="02040502050405020303" pitchFamily="18" charset="0"/>
            </a:rPr>
            <a:t>11 columns</a:t>
          </a:r>
          <a:endParaRPr lang="en-IN" sz="1200" dirty="0">
            <a:latin typeface="Georgia" panose="02040502050405020303" pitchFamily="18" charset="0"/>
          </a:endParaRPr>
        </a:p>
      </dgm:t>
    </dgm:pt>
    <dgm:pt modelId="{CCD9FD27-794D-4EC5-8031-E2BC7BE1E4CA}" type="parTrans" cxnId="{C3CE41D9-819A-4872-B641-FF1A897C82C5}">
      <dgm:prSet/>
      <dgm:spPr/>
      <dgm:t>
        <a:bodyPr/>
        <a:lstStyle/>
        <a:p>
          <a:endParaRPr lang="en-IN">
            <a:latin typeface="Georgia" panose="02040502050405020303" pitchFamily="18" charset="0"/>
          </a:endParaRPr>
        </a:p>
      </dgm:t>
    </dgm:pt>
    <dgm:pt modelId="{AFBA3C66-84F3-4F25-A929-359F8747761F}" type="sibTrans" cxnId="{C3CE41D9-819A-4872-B641-FF1A897C82C5}">
      <dgm:prSet/>
      <dgm:spPr/>
      <dgm:t>
        <a:bodyPr/>
        <a:lstStyle/>
        <a:p>
          <a:endParaRPr lang="en-IN">
            <a:latin typeface="Georgia" panose="02040502050405020303" pitchFamily="18" charset="0"/>
          </a:endParaRPr>
        </a:p>
      </dgm:t>
    </dgm:pt>
    <dgm:pt modelId="{81D28A9D-4127-434F-BE2D-11857C3213E8}">
      <dgm:prSet phldrT="[Text]" phldr="0" custT="1">
        <dgm:style>
          <a:lnRef idx="2">
            <a:schemeClr val="accent3"/>
          </a:lnRef>
          <a:fillRef idx="1">
            <a:schemeClr val="lt1"/>
          </a:fillRef>
          <a:effectRef idx="0">
            <a:schemeClr val="accent3"/>
          </a:effectRef>
          <a:fontRef idx="minor">
            <a:schemeClr val="dk1"/>
          </a:fontRef>
        </dgm:style>
      </dgm:prSet>
      <dgm:spPr/>
      <dgm:t>
        <a:bodyPr/>
        <a:lstStyle/>
        <a:p>
          <a:r>
            <a:rPr lang="en-US" sz="1000" dirty="0">
              <a:latin typeface="Georgia" panose="02040502050405020303" pitchFamily="18" charset="0"/>
            </a:rPr>
            <a:t>Sales</a:t>
          </a:r>
          <a:endParaRPr lang="en-IN" sz="1000" dirty="0">
            <a:latin typeface="Georgia" panose="02040502050405020303" pitchFamily="18" charset="0"/>
          </a:endParaRPr>
        </a:p>
      </dgm:t>
    </dgm:pt>
    <dgm:pt modelId="{F0375049-8004-40C7-92BC-04914D15089D}" type="parTrans" cxnId="{AEE41F99-7125-489E-83A4-6CD5696B0526}">
      <dgm:prSet/>
      <dgm:spPr/>
      <dgm:t>
        <a:bodyPr/>
        <a:lstStyle/>
        <a:p>
          <a:endParaRPr lang="en-IN">
            <a:latin typeface="Georgia" panose="02040502050405020303" pitchFamily="18" charset="0"/>
          </a:endParaRPr>
        </a:p>
      </dgm:t>
    </dgm:pt>
    <dgm:pt modelId="{82DE8205-39E2-4663-9B5D-21CED74D47DC}" type="sibTrans" cxnId="{AEE41F99-7125-489E-83A4-6CD5696B0526}">
      <dgm:prSet/>
      <dgm:spPr/>
      <dgm:t>
        <a:bodyPr/>
        <a:lstStyle/>
        <a:p>
          <a:endParaRPr lang="en-IN">
            <a:latin typeface="Georgia" panose="02040502050405020303" pitchFamily="18" charset="0"/>
          </a:endParaRPr>
        </a:p>
      </dgm:t>
    </dgm:pt>
    <dgm:pt modelId="{249B9765-F7B4-4240-9D58-57D8C50570B5}">
      <dgm:prSet phldrT="[Text]" phldr="0" custT="1">
        <dgm:style>
          <a:lnRef idx="2">
            <a:schemeClr val="accent3"/>
          </a:lnRef>
          <a:fillRef idx="1">
            <a:schemeClr val="lt1"/>
          </a:fillRef>
          <a:effectRef idx="0">
            <a:schemeClr val="accent3"/>
          </a:effectRef>
          <a:fontRef idx="minor">
            <a:schemeClr val="dk1"/>
          </a:fontRef>
        </dgm:style>
      </dgm:prSet>
      <dgm:spPr/>
      <dgm:t>
        <a:bodyPr/>
        <a:lstStyle/>
        <a:p>
          <a:r>
            <a:rPr lang="en-US" sz="1000" dirty="0">
              <a:latin typeface="Georgia" panose="02040502050405020303" pitchFamily="18" charset="0"/>
            </a:rPr>
            <a:t>Profit</a:t>
          </a:r>
          <a:endParaRPr lang="en-IN" sz="1000" dirty="0">
            <a:latin typeface="Georgia" panose="02040502050405020303" pitchFamily="18" charset="0"/>
          </a:endParaRPr>
        </a:p>
      </dgm:t>
    </dgm:pt>
    <dgm:pt modelId="{FE0D0CA4-A9AA-4923-A44C-43AE09CE5FB4}" type="parTrans" cxnId="{F3A0EA06-2FD2-46B9-9167-9CD27A320ECA}">
      <dgm:prSet/>
      <dgm:spPr/>
      <dgm:t>
        <a:bodyPr/>
        <a:lstStyle/>
        <a:p>
          <a:endParaRPr lang="en-IN">
            <a:latin typeface="Georgia" panose="02040502050405020303" pitchFamily="18" charset="0"/>
          </a:endParaRPr>
        </a:p>
      </dgm:t>
    </dgm:pt>
    <dgm:pt modelId="{1C27BEAD-79F4-4E4C-95CB-022A11F7ED73}" type="sibTrans" cxnId="{F3A0EA06-2FD2-46B9-9167-9CD27A320ECA}">
      <dgm:prSet/>
      <dgm:spPr/>
      <dgm:t>
        <a:bodyPr/>
        <a:lstStyle/>
        <a:p>
          <a:endParaRPr lang="en-IN">
            <a:latin typeface="Georgia" panose="02040502050405020303" pitchFamily="18" charset="0"/>
          </a:endParaRPr>
        </a:p>
      </dgm:t>
    </dgm:pt>
    <dgm:pt modelId="{2FA80479-FC72-4ACA-95E8-61B7E4DD712C}">
      <dgm:prSet phldrT="[Text]" phldr="0" custT="1">
        <dgm:style>
          <a:lnRef idx="2">
            <a:schemeClr val="accent3"/>
          </a:lnRef>
          <a:fillRef idx="1">
            <a:schemeClr val="lt1"/>
          </a:fillRef>
          <a:effectRef idx="0">
            <a:schemeClr val="accent3"/>
          </a:effectRef>
          <a:fontRef idx="minor">
            <a:schemeClr val="dk1"/>
          </a:fontRef>
        </dgm:style>
      </dgm:prSet>
      <dgm:spPr/>
      <dgm:t>
        <a:bodyPr/>
        <a:lstStyle/>
        <a:p>
          <a:r>
            <a:rPr lang="en-US" sz="1000" dirty="0">
              <a:latin typeface="Georgia" panose="02040502050405020303" pitchFamily="18" charset="0"/>
            </a:rPr>
            <a:t>Products</a:t>
          </a:r>
          <a:endParaRPr lang="en-IN" sz="1000" dirty="0">
            <a:latin typeface="Georgia" panose="02040502050405020303" pitchFamily="18" charset="0"/>
          </a:endParaRPr>
        </a:p>
      </dgm:t>
    </dgm:pt>
    <dgm:pt modelId="{9E13DE2D-2F56-430B-B3E4-375D9984C06D}" type="parTrans" cxnId="{19E67C72-1402-43DC-96CA-ADB8334E9E4C}">
      <dgm:prSet/>
      <dgm:spPr/>
      <dgm:t>
        <a:bodyPr/>
        <a:lstStyle/>
        <a:p>
          <a:endParaRPr lang="en-IN">
            <a:latin typeface="Georgia" panose="02040502050405020303" pitchFamily="18" charset="0"/>
          </a:endParaRPr>
        </a:p>
      </dgm:t>
    </dgm:pt>
    <dgm:pt modelId="{5AF26277-3864-41B3-88C3-294F23EC63BE}" type="sibTrans" cxnId="{19E67C72-1402-43DC-96CA-ADB8334E9E4C}">
      <dgm:prSet/>
      <dgm:spPr/>
      <dgm:t>
        <a:bodyPr/>
        <a:lstStyle/>
        <a:p>
          <a:endParaRPr lang="en-IN">
            <a:latin typeface="Georgia" panose="02040502050405020303" pitchFamily="18" charset="0"/>
          </a:endParaRPr>
        </a:p>
      </dgm:t>
    </dgm:pt>
    <dgm:pt modelId="{EDA72B17-F97F-4B93-9896-94CD350341C1}">
      <dgm:prSet phldrT="[Text]" phldr="0" custT="1">
        <dgm:style>
          <a:lnRef idx="2">
            <a:schemeClr val="accent3"/>
          </a:lnRef>
          <a:fillRef idx="1">
            <a:schemeClr val="lt1"/>
          </a:fillRef>
          <a:effectRef idx="0">
            <a:schemeClr val="accent3"/>
          </a:effectRef>
          <a:fontRef idx="minor">
            <a:schemeClr val="dk1"/>
          </a:fontRef>
        </dgm:style>
      </dgm:prSet>
      <dgm:spPr/>
      <dgm:t>
        <a:bodyPr/>
        <a:lstStyle/>
        <a:p>
          <a:r>
            <a:rPr lang="en-US" sz="1000" dirty="0">
              <a:latin typeface="Georgia" panose="02040502050405020303" pitchFamily="18" charset="0"/>
            </a:rPr>
            <a:t>Regions</a:t>
          </a:r>
          <a:endParaRPr lang="en-IN" sz="1000" dirty="0">
            <a:latin typeface="Georgia" panose="02040502050405020303" pitchFamily="18" charset="0"/>
          </a:endParaRPr>
        </a:p>
      </dgm:t>
    </dgm:pt>
    <dgm:pt modelId="{1A89A569-ECE1-4C40-89E5-B98FFF74120E}" type="parTrans" cxnId="{6858B544-9B52-43A6-A89F-9CE55074360D}">
      <dgm:prSet/>
      <dgm:spPr/>
      <dgm:t>
        <a:bodyPr/>
        <a:lstStyle/>
        <a:p>
          <a:endParaRPr lang="en-IN">
            <a:latin typeface="Georgia" panose="02040502050405020303" pitchFamily="18" charset="0"/>
          </a:endParaRPr>
        </a:p>
      </dgm:t>
    </dgm:pt>
    <dgm:pt modelId="{AB24316B-C680-49C2-B2F4-D502FC63A473}" type="sibTrans" cxnId="{6858B544-9B52-43A6-A89F-9CE55074360D}">
      <dgm:prSet/>
      <dgm:spPr/>
      <dgm:t>
        <a:bodyPr/>
        <a:lstStyle/>
        <a:p>
          <a:endParaRPr lang="en-IN">
            <a:latin typeface="Georgia" panose="02040502050405020303" pitchFamily="18" charset="0"/>
          </a:endParaRPr>
        </a:p>
      </dgm:t>
    </dgm:pt>
    <dgm:pt modelId="{A30D4326-9BB5-4CB2-8444-5936593DB167}">
      <dgm:prSet phldrT="[Text]" phldr="0" custT="1">
        <dgm:style>
          <a:lnRef idx="2">
            <a:schemeClr val="accent3"/>
          </a:lnRef>
          <a:fillRef idx="1">
            <a:schemeClr val="lt1"/>
          </a:fillRef>
          <a:effectRef idx="0">
            <a:schemeClr val="accent3"/>
          </a:effectRef>
          <a:fontRef idx="minor">
            <a:schemeClr val="dk1"/>
          </a:fontRef>
        </dgm:style>
      </dgm:prSet>
      <dgm:spPr/>
      <dgm:t>
        <a:bodyPr/>
        <a:lstStyle/>
        <a:p>
          <a:r>
            <a:rPr lang="en-US" sz="1000" dirty="0">
              <a:latin typeface="Georgia" panose="02040502050405020303" pitchFamily="18" charset="0"/>
            </a:rPr>
            <a:t>Customer Ratings</a:t>
          </a:r>
          <a:endParaRPr lang="en-IN" sz="1000" dirty="0">
            <a:latin typeface="Georgia" panose="02040502050405020303" pitchFamily="18" charset="0"/>
          </a:endParaRPr>
        </a:p>
      </dgm:t>
    </dgm:pt>
    <dgm:pt modelId="{19259C58-CEC9-4633-932F-D8CD24D9BB27}" type="parTrans" cxnId="{475F2F63-0941-43BF-8547-D73A55C6F983}">
      <dgm:prSet/>
      <dgm:spPr/>
      <dgm:t>
        <a:bodyPr/>
        <a:lstStyle/>
        <a:p>
          <a:endParaRPr lang="en-IN">
            <a:latin typeface="Georgia" panose="02040502050405020303" pitchFamily="18" charset="0"/>
          </a:endParaRPr>
        </a:p>
      </dgm:t>
    </dgm:pt>
    <dgm:pt modelId="{1B03887C-DE41-4710-888D-A787221656D1}" type="sibTrans" cxnId="{475F2F63-0941-43BF-8547-D73A55C6F983}">
      <dgm:prSet/>
      <dgm:spPr/>
      <dgm:t>
        <a:bodyPr/>
        <a:lstStyle/>
        <a:p>
          <a:endParaRPr lang="en-IN">
            <a:latin typeface="Georgia" panose="02040502050405020303" pitchFamily="18" charset="0"/>
          </a:endParaRPr>
        </a:p>
      </dgm:t>
    </dgm:pt>
    <dgm:pt modelId="{506420E7-3009-4C4C-BA94-3E3DDECB5B3E}">
      <dgm:prSet phldrT="[Text]" custT="1">
        <dgm:style>
          <a:lnRef idx="2">
            <a:schemeClr val="accent3"/>
          </a:lnRef>
          <a:fillRef idx="1">
            <a:schemeClr val="lt1"/>
          </a:fillRef>
          <a:effectRef idx="0">
            <a:schemeClr val="accent3"/>
          </a:effectRef>
          <a:fontRef idx="minor">
            <a:schemeClr val="dk1"/>
          </a:fontRef>
        </dgm:style>
      </dgm:prSet>
      <dgm:spPr/>
      <dgm:t>
        <a:bodyPr/>
        <a:lstStyle/>
        <a:p>
          <a:r>
            <a:rPr lang="en-IN" sz="1100" dirty="0">
              <a:latin typeface="Georgia" panose="02040502050405020303" pitchFamily="18" charset="0"/>
            </a:rPr>
            <a:t>Provide business insights</a:t>
          </a:r>
        </a:p>
      </dgm:t>
    </dgm:pt>
    <dgm:pt modelId="{04DA0DD7-C156-4E74-9DCB-723A8C070529}" type="parTrans" cxnId="{7AA469D5-31BA-464C-8702-96A756607460}">
      <dgm:prSet/>
      <dgm:spPr/>
      <dgm:t>
        <a:bodyPr/>
        <a:lstStyle/>
        <a:p>
          <a:endParaRPr lang="en-IN">
            <a:latin typeface="Georgia" panose="02040502050405020303" pitchFamily="18" charset="0"/>
          </a:endParaRPr>
        </a:p>
      </dgm:t>
    </dgm:pt>
    <dgm:pt modelId="{5FE0674C-BB1E-4F6B-85D5-5619451E3B39}" type="sibTrans" cxnId="{7AA469D5-31BA-464C-8702-96A756607460}">
      <dgm:prSet/>
      <dgm:spPr/>
      <dgm:t>
        <a:bodyPr/>
        <a:lstStyle/>
        <a:p>
          <a:endParaRPr lang="en-IN">
            <a:latin typeface="Georgia" panose="02040502050405020303" pitchFamily="18" charset="0"/>
          </a:endParaRPr>
        </a:p>
      </dgm:t>
    </dgm:pt>
    <dgm:pt modelId="{36B126D8-B7AE-4969-91F4-A501C1A79E36}">
      <dgm:prSet phldrT="[Text]">
        <dgm:style>
          <a:lnRef idx="2">
            <a:schemeClr val="accent3"/>
          </a:lnRef>
          <a:fillRef idx="1">
            <a:schemeClr val="lt1"/>
          </a:fillRef>
          <a:effectRef idx="0">
            <a:schemeClr val="accent3"/>
          </a:effectRef>
          <a:fontRef idx="minor">
            <a:schemeClr val="dk1"/>
          </a:fontRef>
        </dgm:style>
      </dgm:prSet>
      <dgm:spPr/>
      <dgm:t>
        <a:bodyPr/>
        <a:lstStyle/>
        <a:p>
          <a:endParaRPr lang="en-IN" sz="1200" dirty="0">
            <a:latin typeface="Georgia" panose="02040502050405020303" pitchFamily="18" charset="0"/>
          </a:endParaRPr>
        </a:p>
      </dgm:t>
    </dgm:pt>
    <dgm:pt modelId="{A4D2B920-A2DB-49AF-8A2E-18BB903E636C}" type="parTrans" cxnId="{C9A3ADD9-AE52-4A68-BC8C-1027F58EBEC9}">
      <dgm:prSet/>
      <dgm:spPr/>
      <dgm:t>
        <a:bodyPr/>
        <a:lstStyle/>
        <a:p>
          <a:endParaRPr lang="en-IN">
            <a:latin typeface="Georgia" panose="02040502050405020303" pitchFamily="18" charset="0"/>
          </a:endParaRPr>
        </a:p>
      </dgm:t>
    </dgm:pt>
    <dgm:pt modelId="{B2196F8E-2175-4A29-B32D-1D539E4F6FDB}" type="sibTrans" cxnId="{C9A3ADD9-AE52-4A68-BC8C-1027F58EBEC9}">
      <dgm:prSet/>
      <dgm:spPr/>
      <dgm:t>
        <a:bodyPr/>
        <a:lstStyle/>
        <a:p>
          <a:endParaRPr lang="en-IN">
            <a:latin typeface="Georgia" panose="02040502050405020303" pitchFamily="18" charset="0"/>
          </a:endParaRPr>
        </a:p>
      </dgm:t>
    </dgm:pt>
    <dgm:pt modelId="{76715A3D-FB25-4085-AFA4-3E2407BC6256}">
      <dgm:prSet phldrT="[Text]" custT="1">
        <dgm:style>
          <a:lnRef idx="2">
            <a:schemeClr val="accent3"/>
          </a:lnRef>
          <a:fillRef idx="1">
            <a:schemeClr val="lt1"/>
          </a:fillRef>
          <a:effectRef idx="0">
            <a:schemeClr val="accent3"/>
          </a:effectRef>
          <a:fontRef idx="minor">
            <a:schemeClr val="dk1"/>
          </a:fontRef>
        </dgm:style>
      </dgm:prSet>
      <dgm:spPr/>
      <dgm:t>
        <a:bodyPr/>
        <a:lstStyle/>
        <a:p>
          <a:r>
            <a:rPr lang="en-US" sz="1100" dirty="0">
              <a:latin typeface="Georgia" panose="02040502050405020303" pitchFamily="18" charset="0"/>
            </a:rPr>
            <a:t>Produce Business recommendations</a:t>
          </a:r>
          <a:endParaRPr lang="en-IN" sz="1100" dirty="0">
            <a:latin typeface="Georgia" panose="02040502050405020303" pitchFamily="18" charset="0"/>
          </a:endParaRPr>
        </a:p>
      </dgm:t>
    </dgm:pt>
    <dgm:pt modelId="{B53C3F79-5001-4F60-BDB9-4C0C4B8B0C77}" type="parTrans" cxnId="{AA6A4726-91F9-41CA-AF38-E34DA7B449F1}">
      <dgm:prSet/>
      <dgm:spPr/>
      <dgm:t>
        <a:bodyPr/>
        <a:lstStyle/>
        <a:p>
          <a:endParaRPr lang="en-IN">
            <a:latin typeface="Georgia" panose="02040502050405020303" pitchFamily="18" charset="0"/>
          </a:endParaRPr>
        </a:p>
      </dgm:t>
    </dgm:pt>
    <dgm:pt modelId="{E8C227E9-144C-4C06-9AAC-9475364DC23B}" type="sibTrans" cxnId="{AA6A4726-91F9-41CA-AF38-E34DA7B449F1}">
      <dgm:prSet/>
      <dgm:spPr/>
      <dgm:t>
        <a:bodyPr/>
        <a:lstStyle/>
        <a:p>
          <a:endParaRPr lang="en-IN">
            <a:latin typeface="Georgia" panose="02040502050405020303" pitchFamily="18" charset="0"/>
          </a:endParaRPr>
        </a:p>
      </dgm:t>
    </dgm:pt>
    <dgm:pt modelId="{D47DEE4D-5318-4FC8-8C8C-8F430B7A7C02}">
      <dgm:prSet phldrT="[Text]" custT="1">
        <dgm:style>
          <a:lnRef idx="2">
            <a:schemeClr val="accent3"/>
          </a:lnRef>
          <a:fillRef idx="1">
            <a:schemeClr val="lt1"/>
          </a:fillRef>
          <a:effectRef idx="0">
            <a:schemeClr val="accent3"/>
          </a:effectRef>
          <a:fontRef idx="minor">
            <a:schemeClr val="dk1"/>
          </a:fontRef>
        </dgm:style>
      </dgm:prSet>
      <dgm:spPr/>
      <dgm:t>
        <a:bodyPr/>
        <a:lstStyle/>
        <a:p>
          <a:r>
            <a:rPr lang="en-IN" sz="1100" dirty="0">
              <a:latin typeface="Georgia" panose="02040502050405020303" pitchFamily="18" charset="0"/>
            </a:rPr>
            <a:t>Find patterns and trends</a:t>
          </a:r>
        </a:p>
      </dgm:t>
    </dgm:pt>
    <dgm:pt modelId="{B8C50C08-F67B-4F72-A875-25AACCF7D0A6}" type="parTrans" cxnId="{2007C9ED-FE54-4FF0-96FA-576DDF603EA2}">
      <dgm:prSet/>
      <dgm:spPr/>
      <dgm:t>
        <a:bodyPr/>
        <a:lstStyle/>
        <a:p>
          <a:endParaRPr lang="en-IN">
            <a:latin typeface="Georgia" panose="02040502050405020303" pitchFamily="18" charset="0"/>
          </a:endParaRPr>
        </a:p>
      </dgm:t>
    </dgm:pt>
    <dgm:pt modelId="{B45C7D51-0BB6-4ACC-80D7-D355A404A778}" type="sibTrans" cxnId="{2007C9ED-FE54-4FF0-96FA-576DDF603EA2}">
      <dgm:prSet/>
      <dgm:spPr/>
      <dgm:t>
        <a:bodyPr/>
        <a:lstStyle/>
        <a:p>
          <a:endParaRPr lang="en-IN">
            <a:latin typeface="Georgia" panose="02040502050405020303" pitchFamily="18" charset="0"/>
          </a:endParaRPr>
        </a:p>
      </dgm:t>
    </dgm:pt>
    <dgm:pt modelId="{F5CE452A-A336-498D-BD45-A63843739C1B}" type="pres">
      <dgm:prSet presAssocID="{36438710-14D7-4CAE-AABE-3B58EB61028A}" presName="Name0" presStyleCnt="0">
        <dgm:presLayoutVars>
          <dgm:dir/>
          <dgm:resizeHandles val="exact"/>
        </dgm:presLayoutVars>
      </dgm:prSet>
      <dgm:spPr/>
    </dgm:pt>
    <dgm:pt modelId="{76EE3AF6-DE20-4B7C-8809-F9B6B225F0D4}" type="pres">
      <dgm:prSet presAssocID="{32F169FF-AC80-4B74-84F3-C3CF8505A046}" presName="composite" presStyleCnt="0"/>
      <dgm:spPr/>
    </dgm:pt>
    <dgm:pt modelId="{C4386C98-0D30-4C90-9DC6-BB6801127915}" type="pres">
      <dgm:prSet presAssocID="{32F169FF-AC80-4B74-84F3-C3CF8505A046}" presName="rect1" presStyleLbl="trAlignAcc1" presStyleIdx="0" presStyleCnt="3" custLinFactNeighborX="591" custLinFactNeighborY="2298">
        <dgm:presLayoutVars>
          <dgm:bulletEnabled val="1"/>
        </dgm:presLayoutVars>
      </dgm:prSet>
      <dgm:spPr/>
    </dgm:pt>
    <dgm:pt modelId="{C9D94EBB-8207-4573-9D79-33954DDA383A}" type="pres">
      <dgm:prSet presAssocID="{32F169FF-AC80-4B74-84F3-C3CF8505A046}" presName="rect2" presStyleLbl="fgImgPlace1" presStyleIdx="0" presStyleCnt="3" custScaleX="84154" custScaleY="72164" custLinFactNeighborX="-3961" custLinFactNeighborY="12515">
        <dgm:style>
          <a:lnRef idx="2">
            <a:schemeClr val="accent1"/>
          </a:lnRef>
          <a:fillRef idx="1">
            <a:schemeClr val="lt1"/>
          </a:fillRef>
          <a:effectRef idx="0">
            <a:schemeClr val="accent1"/>
          </a:effectRef>
          <a:fontRef idx="minor">
            <a:schemeClr val="dk1"/>
          </a:fontRef>
        </dgm:style>
      </dgm:prSet>
      <dgm:spPr>
        <a:blipFill>
          <a:blip xmlns:r="http://schemas.openxmlformats.org/officeDocument/2006/relationships">
            <a:extLst>
              <a:ext uri="{96DAC541-7B7A-43D3-8B79-37D633B846F1}">
                <asvg:svgBlip xmlns:asvg="http://schemas.microsoft.com/office/drawing/2016/SVG/main" r:embed="rId1"/>
              </a:ext>
            </a:extLst>
          </a:blip>
          <a:srcRect/>
          <a:stretch>
            <a:fillRect l="-14000" r="-14000"/>
          </a:stretch>
        </a:blipFill>
        <a:ln>
          <a:noFill/>
        </a:ln>
      </dgm:spPr>
      <dgm:extLst>
        <a:ext uri="{E40237B7-FDA0-4F09-8148-C483321AD2D9}">
          <dgm14:cNvPr xmlns:dgm14="http://schemas.microsoft.com/office/drawing/2010/diagram" id="0" name="" descr="Document with solid fill"/>
        </a:ext>
      </dgm:extLst>
    </dgm:pt>
    <dgm:pt modelId="{EA2160F5-AA2F-4D02-90BC-1728F7DD8384}" type="pres">
      <dgm:prSet presAssocID="{8645853C-FD00-4C3E-9926-FAE05E769742}" presName="sibTrans" presStyleCnt="0"/>
      <dgm:spPr/>
    </dgm:pt>
    <dgm:pt modelId="{546F9500-E9E1-4254-9FFF-6042384D6FFD}" type="pres">
      <dgm:prSet presAssocID="{20891841-7FDA-483D-9272-A251BE2E545C}" presName="composite" presStyleCnt="0"/>
      <dgm:spPr/>
    </dgm:pt>
    <dgm:pt modelId="{16C7DFB6-55F0-4254-A533-432C36F080A8}" type="pres">
      <dgm:prSet presAssocID="{20891841-7FDA-483D-9272-A251BE2E545C}" presName="rect1" presStyleLbl="trAlignAcc1" presStyleIdx="1" presStyleCnt="3" custLinFactNeighborX="66659" custLinFactNeighborY="766">
        <dgm:presLayoutVars>
          <dgm:bulletEnabled val="1"/>
        </dgm:presLayoutVars>
      </dgm:prSet>
      <dgm:spPr/>
    </dgm:pt>
    <dgm:pt modelId="{B1D415E6-D169-4C70-A27A-9695653B099C}" type="pres">
      <dgm:prSet presAssocID="{20891841-7FDA-483D-9272-A251BE2E545C}" presName="rect2" presStyleLbl="fgImgPlace1" presStyleIdx="1" presStyleCnt="3" custScaleX="86511" custScaleY="81934" custLinFactNeighborX="-3254" custLinFactNeighborY="5714"/>
      <dgm:spPr>
        <a:blipFill>
          <a:blip xmlns:r="http://schemas.openxmlformats.org/officeDocument/2006/relationships">
            <a:extLst>
              <a:ext uri="{96DAC541-7B7A-43D3-8B79-37D633B846F1}">
                <asvg:svgBlip xmlns:asvg="http://schemas.microsoft.com/office/drawing/2016/SVG/main" r:embed="rId2"/>
              </a:ext>
            </a:extLst>
          </a:blip>
          <a:srcRect/>
          <a:stretch>
            <a:fillRect l="-25000" r="-25000"/>
          </a:stretch>
        </a:blipFill>
        <a:ln>
          <a:noFill/>
        </a:ln>
      </dgm:spPr>
      <dgm:extLst>
        <a:ext uri="{E40237B7-FDA0-4F09-8148-C483321AD2D9}">
          <dgm14:cNvPr xmlns:dgm14="http://schemas.microsoft.com/office/drawing/2010/diagram" id="0" name="" descr="Briefcase with solid fill"/>
        </a:ext>
      </dgm:extLst>
    </dgm:pt>
    <dgm:pt modelId="{EB605233-BB8B-43D6-91E5-6E30BDEFF16A}" type="pres">
      <dgm:prSet presAssocID="{224192DB-A194-4624-9E78-4FC2734273DF}" presName="sibTrans" presStyleCnt="0"/>
      <dgm:spPr/>
    </dgm:pt>
    <dgm:pt modelId="{9725812F-F47D-49F4-B763-4F2EE01E7724}" type="pres">
      <dgm:prSet presAssocID="{F9720B33-A2D5-4C3F-B5B3-9A1C66D2AE02}" presName="composite" presStyleCnt="0"/>
      <dgm:spPr/>
    </dgm:pt>
    <dgm:pt modelId="{88988EF7-0C0D-4194-AD14-416970812C12}" type="pres">
      <dgm:prSet presAssocID="{F9720B33-A2D5-4C3F-B5B3-9A1C66D2AE02}" presName="rect1" presStyleLbl="trAlignAcc1" presStyleIdx="2" presStyleCnt="3" custLinFactNeighborX="389">
        <dgm:presLayoutVars>
          <dgm:bulletEnabled val="1"/>
        </dgm:presLayoutVars>
      </dgm:prSet>
      <dgm:spPr/>
    </dgm:pt>
    <dgm:pt modelId="{B367D617-1D55-4FCD-B2C4-27192C4B2712}" type="pres">
      <dgm:prSet presAssocID="{F9720B33-A2D5-4C3F-B5B3-9A1C66D2AE02}" presName="rect2" presStyleLbl="fgImgPlace1" presStyleIdx="2" presStyleCnt="3" custScaleX="92881" custScaleY="68226" custLinFactNeighborX="3644" custLinFactNeighborY="6443"/>
      <dgm:spPr>
        <a:blipFill>
          <a:blip xmlns:r="http://schemas.openxmlformats.org/officeDocument/2006/relationships">
            <a:extLst>
              <a:ext uri="{96DAC541-7B7A-43D3-8B79-37D633B846F1}">
                <asvg:svgBlip xmlns:asvg="http://schemas.microsoft.com/office/drawing/2016/SVG/main" r:embed="rId3"/>
              </a:ext>
            </a:extLst>
          </a:blip>
          <a:srcRect/>
          <a:stretch>
            <a:fillRect l="-25000" r="-25000"/>
          </a:stretch>
        </a:blipFill>
        <a:ln>
          <a:noFill/>
        </a:ln>
      </dgm:spPr>
      <dgm:extLst>
        <a:ext uri="{E40237B7-FDA0-4F09-8148-C483321AD2D9}">
          <dgm14:cNvPr xmlns:dgm14="http://schemas.microsoft.com/office/drawing/2010/diagram" id="0" name="" descr="Bar graph with upward trend with solid fill"/>
        </a:ext>
      </dgm:extLst>
    </dgm:pt>
  </dgm:ptLst>
  <dgm:cxnLst>
    <dgm:cxn modelId="{2B5CE806-275B-4B75-BECC-F9815A2D168C}" srcId="{32F169FF-AC80-4B74-84F3-C3CF8505A046}" destId="{03B7757B-313E-48C8-93DE-8E6A4BEECAD8}" srcOrd="0" destOrd="0" parTransId="{EBB3AC91-E259-490B-B18C-7116796C608B}" sibTransId="{1B336576-9AD6-4D62-AE5B-F7CD4AA0F747}"/>
    <dgm:cxn modelId="{F3A0EA06-2FD2-46B9-9167-9CD27A320ECA}" srcId="{20891841-7FDA-483D-9272-A251BE2E545C}" destId="{249B9765-F7B4-4240-9D58-57D8C50570B5}" srcOrd="1" destOrd="0" parTransId="{FE0D0CA4-A9AA-4923-A44C-43AE09CE5FB4}" sibTransId="{1C27BEAD-79F4-4E4C-95CB-022A11F7ED73}"/>
    <dgm:cxn modelId="{C889EE06-2966-4373-A04E-07035742BF81}" type="presOf" srcId="{36B126D8-B7AE-4969-91F4-A501C1A79E36}" destId="{88988EF7-0C0D-4194-AD14-416970812C12}" srcOrd="0" destOrd="4" presId="urn:microsoft.com/office/officeart/2008/layout/PictureStrips"/>
    <dgm:cxn modelId="{5F74490A-E3A9-41C2-95ED-C7CDA7F4FA1B}" type="presOf" srcId="{F9720B33-A2D5-4C3F-B5B3-9A1C66D2AE02}" destId="{88988EF7-0C0D-4194-AD14-416970812C12}" srcOrd="0" destOrd="0" presId="urn:microsoft.com/office/officeart/2008/layout/PictureStrips"/>
    <dgm:cxn modelId="{AA6A4726-91F9-41CA-AF38-E34DA7B449F1}" srcId="{F9720B33-A2D5-4C3F-B5B3-9A1C66D2AE02}" destId="{76715A3D-FB25-4085-AFA4-3E2407BC6256}" srcOrd="2" destOrd="0" parTransId="{B53C3F79-5001-4F60-BDB9-4C0C4B8B0C77}" sibTransId="{E8C227E9-144C-4C06-9AAC-9475364DC23B}"/>
    <dgm:cxn modelId="{B39D0E2E-2879-46CD-9BF7-89FAB42800D5}" type="presOf" srcId="{81D28A9D-4127-434F-BE2D-11857C3213E8}" destId="{16C7DFB6-55F0-4254-A533-432C36F080A8}" srcOrd="0" destOrd="1" presId="urn:microsoft.com/office/officeart/2008/layout/PictureStrips"/>
    <dgm:cxn modelId="{475F2F63-0941-43BF-8547-D73A55C6F983}" srcId="{20891841-7FDA-483D-9272-A251BE2E545C}" destId="{A30D4326-9BB5-4CB2-8444-5936593DB167}" srcOrd="4" destOrd="0" parTransId="{19259C58-CEC9-4633-932F-D8CD24D9BB27}" sibTransId="{1B03887C-DE41-4710-888D-A787221656D1}"/>
    <dgm:cxn modelId="{6858B544-9B52-43A6-A89F-9CE55074360D}" srcId="{20891841-7FDA-483D-9272-A251BE2E545C}" destId="{EDA72B17-F97F-4B93-9896-94CD350341C1}" srcOrd="3" destOrd="0" parTransId="{1A89A569-ECE1-4C40-89E5-B98FFF74120E}" sibTransId="{AB24316B-C680-49C2-B2F4-D502FC63A473}"/>
    <dgm:cxn modelId="{AA666649-5739-4ECA-8FA2-5964600CED4C}" srcId="{36438710-14D7-4CAE-AABE-3B58EB61028A}" destId="{20891841-7FDA-483D-9272-A251BE2E545C}" srcOrd="1" destOrd="0" parTransId="{B713134F-19F0-47E1-B545-93EBA1D29C34}" sibTransId="{224192DB-A194-4624-9E78-4FC2734273DF}"/>
    <dgm:cxn modelId="{19E67C72-1402-43DC-96CA-ADB8334E9E4C}" srcId="{20891841-7FDA-483D-9272-A251BE2E545C}" destId="{2FA80479-FC72-4ACA-95E8-61B7E4DD712C}" srcOrd="2" destOrd="0" parTransId="{9E13DE2D-2F56-430B-B3E4-375D9984C06D}" sibTransId="{5AF26277-3864-41B3-88C3-294F23EC63BE}"/>
    <dgm:cxn modelId="{CFF32D74-4AD4-4414-9030-961DA717F43B}" type="presOf" srcId="{32F169FF-AC80-4B74-84F3-C3CF8505A046}" destId="{C4386C98-0D30-4C90-9DC6-BB6801127915}" srcOrd="0" destOrd="0" presId="urn:microsoft.com/office/officeart/2008/layout/PictureStrips"/>
    <dgm:cxn modelId="{D16BBA75-CBB7-47D9-A126-99A5E0FD90C7}" type="presOf" srcId="{506420E7-3009-4C4C-BA94-3E3DDECB5B3E}" destId="{88988EF7-0C0D-4194-AD14-416970812C12}" srcOrd="0" destOrd="2" presId="urn:microsoft.com/office/officeart/2008/layout/PictureStrips"/>
    <dgm:cxn modelId="{C72BC175-D940-4B5F-8B21-769563EACDE5}" type="presOf" srcId="{C155D0D4-671A-4ABE-A7A8-54D20E2999CE}" destId="{C4386C98-0D30-4C90-9DC6-BB6801127915}" srcOrd="0" destOrd="2" presId="urn:microsoft.com/office/officeart/2008/layout/PictureStrips"/>
    <dgm:cxn modelId="{E8790A86-0756-4134-999E-ED3207D870EA}" type="presOf" srcId="{249B9765-F7B4-4240-9D58-57D8C50570B5}" destId="{16C7DFB6-55F0-4254-A533-432C36F080A8}" srcOrd="0" destOrd="2" presId="urn:microsoft.com/office/officeart/2008/layout/PictureStrips"/>
    <dgm:cxn modelId="{D9173894-64FF-45C8-AED6-DB1AB9B91459}" type="presOf" srcId="{EDA72B17-F97F-4B93-9896-94CD350341C1}" destId="{16C7DFB6-55F0-4254-A533-432C36F080A8}" srcOrd="0" destOrd="4" presId="urn:microsoft.com/office/officeart/2008/layout/PictureStrips"/>
    <dgm:cxn modelId="{AEE41F99-7125-489E-83A4-6CD5696B0526}" srcId="{20891841-7FDA-483D-9272-A251BE2E545C}" destId="{81D28A9D-4127-434F-BE2D-11857C3213E8}" srcOrd="0" destOrd="0" parTransId="{F0375049-8004-40C7-92BC-04914D15089D}" sibTransId="{82DE8205-39E2-4663-9B5D-21CED74D47DC}"/>
    <dgm:cxn modelId="{493ACA9E-0383-4E3E-B9C1-247AA23BEA98}" type="presOf" srcId="{03B7757B-313E-48C8-93DE-8E6A4BEECAD8}" destId="{C4386C98-0D30-4C90-9DC6-BB6801127915}" srcOrd="0" destOrd="1" presId="urn:microsoft.com/office/officeart/2008/layout/PictureStrips"/>
    <dgm:cxn modelId="{C122ABA4-384B-4C7A-A93B-4E5C1C23E6D4}" srcId="{36438710-14D7-4CAE-AABE-3B58EB61028A}" destId="{F9720B33-A2D5-4C3F-B5B3-9A1C66D2AE02}" srcOrd="2" destOrd="0" parTransId="{0D5BF475-1EAB-43F5-9C6A-552A07983A2B}" sibTransId="{6B9A81A6-8F99-4818-BA43-42426DC31985}"/>
    <dgm:cxn modelId="{60B4ACA5-3BD6-4060-B943-AF991F8E8703}" type="presOf" srcId="{76715A3D-FB25-4085-AFA4-3E2407BC6256}" destId="{88988EF7-0C0D-4194-AD14-416970812C12}" srcOrd="0" destOrd="3" presId="urn:microsoft.com/office/officeart/2008/layout/PictureStrips"/>
    <dgm:cxn modelId="{71C5D4A6-A72D-4D12-A1F5-A0B2ACC01A28}" type="presOf" srcId="{2FA80479-FC72-4ACA-95E8-61B7E4DD712C}" destId="{16C7DFB6-55F0-4254-A533-432C36F080A8}" srcOrd="0" destOrd="3" presId="urn:microsoft.com/office/officeart/2008/layout/PictureStrips"/>
    <dgm:cxn modelId="{CE5420B5-539B-4E95-9F43-1B80195D35A0}" type="presOf" srcId="{D47DEE4D-5318-4FC8-8C8C-8F430B7A7C02}" destId="{88988EF7-0C0D-4194-AD14-416970812C12}" srcOrd="0" destOrd="1" presId="urn:microsoft.com/office/officeart/2008/layout/PictureStrips"/>
    <dgm:cxn modelId="{2E018BBF-2623-4217-BD8A-5BE5F6FADA09}" srcId="{36438710-14D7-4CAE-AABE-3B58EB61028A}" destId="{32F169FF-AC80-4B74-84F3-C3CF8505A046}" srcOrd="0" destOrd="0" parTransId="{7D8B23CB-A4FC-4AB8-B00A-7806DEB521D0}" sibTransId="{8645853C-FD00-4C3E-9926-FAE05E769742}"/>
    <dgm:cxn modelId="{7AA469D5-31BA-464C-8702-96A756607460}" srcId="{F9720B33-A2D5-4C3F-B5B3-9A1C66D2AE02}" destId="{506420E7-3009-4C4C-BA94-3E3DDECB5B3E}" srcOrd="1" destOrd="0" parTransId="{04DA0DD7-C156-4E74-9DCB-723A8C070529}" sibTransId="{5FE0674C-BB1E-4F6B-85D5-5619451E3B39}"/>
    <dgm:cxn modelId="{0DE3DED5-B4A0-4DDA-8F05-37EA5A3F31BE}" type="presOf" srcId="{36438710-14D7-4CAE-AABE-3B58EB61028A}" destId="{F5CE452A-A336-498D-BD45-A63843739C1B}" srcOrd="0" destOrd="0" presId="urn:microsoft.com/office/officeart/2008/layout/PictureStrips"/>
    <dgm:cxn modelId="{C3CE41D9-819A-4872-B641-FF1A897C82C5}" srcId="{32F169FF-AC80-4B74-84F3-C3CF8505A046}" destId="{C155D0D4-671A-4ABE-A7A8-54D20E2999CE}" srcOrd="1" destOrd="0" parTransId="{CCD9FD27-794D-4EC5-8031-E2BC7BE1E4CA}" sibTransId="{AFBA3C66-84F3-4F25-A929-359F8747761F}"/>
    <dgm:cxn modelId="{C9A3ADD9-AE52-4A68-BC8C-1027F58EBEC9}" srcId="{F9720B33-A2D5-4C3F-B5B3-9A1C66D2AE02}" destId="{36B126D8-B7AE-4969-91F4-A501C1A79E36}" srcOrd="3" destOrd="0" parTransId="{A4D2B920-A2DB-49AF-8A2E-18BB903E636C}" sibTransId="{B2196F8E-2175-4A29-B32D-1D539E4F6FDB}"/>
    <dgm:cxn modelId="{2007C9ED-FE54-4FF0-96FA-576DDF603EA2}" srcId="{F9720B33-A2D5-4C3F-B5B3-9A1C66D2AE02}" destId="{D47DEE4D-5318-4FC8-8C8C-8F430B7A7C02}" srcOrd="0" destOrd="0" parTransId="{B8C50C08-F67B-4F72-A875-25AACCF7D0A6}" sibTransId="{B45C7D51-0BB6-4ACC-80D7-D355A404A778}"/>
    <dgm:cxn modelId="{5A9C24F4-9254-4200-9CD9-60DD821B76FD}" type="presOf" srcId="{A30D4326-9BB5-4CB2-8444-5936593DB167}" destId="{16C7DFB6-55F0-4254-A533-432C36F080A8}" srcOrd="0" destOrd="5" presId="urn:microsoft.com/office/officeart/2008/layout/PictureStrips"/>
    <dgm:cxn modelId="{2E5A52FC-17C5-49CE-97F7-2E56365C9E40}" type="presOf" srcId="{20891841-7FDA-483D-9272-A251BE2E545C}" destId="{16C7DFB6-55F0-4254-A533-432C36F080A8}" srcOrd="0" destOrd="0" presId="urn:microsoft.com/office/officeart/2008/layout/PictureStrips"/>
    <dgm:cxn modelId="{709A59E2-C6B3-4060-BABC-2783B2EE8F73}" type="presParOf" srcId="{F5CE452A-A336-498D-BD45-A63843739C1B}" destId="{76EE3AF6-DE20-4B7C-8809-F9B6B225F0D4}" srcOrd="0" destOrd="0" presId="urn:microsoft.com/office/officeart/2008/layout/PictureStrips"/>
    <dgm:cxn modelId="{AFE2D112-1B6C-4AF3-9227-E2C512F5F514}" type="presParOf" srcId="{76EE3AF6-DE20-4B7C-8809-F9B6B225F0D4}" destId="{C4386C98-0D30-4C90-9DC6-BB6801127915}" srcOrd="0" destOrd="0" presId="urn:microsoft.com/office/officeart/2008/layout/PictureStrips"/>
    <dgm:cxn modelId="{C0307D49-D9F0-4275-A4B2-8733681919A6}" type="presParOf" srcId="{76EE3AF6-DE20-4B7C-8809-F9B6B225F0D4}" destId="{C9D94EBB-8207-4573-9D79-33954DDA383A}" srcOrd="1" destOrd="0" presId="urn:microsoft.com/office/officeart/2008/layout/PictureStrips"/>
    <dgm:cxn modelId="{648462A8-7FE6-4031-8177-4E4522BDDE6A}" type="presParOf" srcId="{F5CE452A-A336-498D-BD45-A63843739C1B}" destId="{EA2160F5-AA2F-4D02-90BC-1728F7DD8384}" srcOrd="1" destOrd="0" presId="urn:microsoft.com/office/officeart/2008/layout/PictureStrips"/>
    <dgm:cxn modelId="{63058E3D-5014-4F8E-BA54-BA92F585C5A1}" type="presParOf" srcId="{F5CE452A-A336-498D-BD45-A63843739C1B}" destId="{546F9500-E9E1-4254-9FFF-6042384D6FFD}" srcOrd="2" destOrd="0" presId="urn:microsoft.com/office/officeart/2008/layout/PictureStrips"/>
    <dgm:cxn modelId="{BED5E770-1577-4526-8B33-93300BDCDD60}" type="presParOf" srcId="{546F9500-E9E1-4254-9FFF-6042384D6FFD}" destId="{16C7DFB6-55F0-4254-A533-432C36F080A8}" srcOrd="0" destOrd="0" presId="urn:microsoft.com/office/officeart/2008/layout/PictureStrips"/>
    <dgm:cxn modelId="{6FCA681C-0027-4740-8816-6A75DB471967}" type="presParOf" srcId="{546F9500-E9E1-4254-9FFF-6042384D6FFD}" destId="{B1D415E6-D169-4C70-A27A-9695653B099C}" srcOrd="1" destOrd="0" presId="urn:microsoft.com/office/officeart/2008/layout/PictureStrips"/>
    <dgm:cxn modelId="{1727C701-D5DE-4988-96F5-EF86DE9904E3}" type="presParOf" srcId="{F5CE452A-A336-498D-BD45-A63843739C1B}" destId="{EB605233-BB8B-43D6-91E5-6E30BDEFF16A}" srcOrd="3" destOrd="0" presId="urn:microsoft.com/office/officeart/2008/layout/PictureStrips"/>
    <dgm:cxn modelId="{2D2F44EA-8D61-488B-8FFA-020E68541F91}" type="presParOf" srcId="{F5CE452A-A336-498D-BD45-A63843739C1B}" destId="{9725812F-F47D-49F4-B763-4F2EE01E7724}" srcOrd="4" destOrd="0" presId="urn:microsoft.com/office/officeart/2008/layout/PictureStrips"/>
    <dgm:cxn modelId="{7A994FC8-F2D0-47FD-A86A-10B5CFDD3453}" type="presParOf" srcId="{9725812F-F47D-49F4-B763-4F2EE01E7724}" destId="{88988EF7-0C0D-4194-AD14-416970812C12}" srcOrd="0" destOrd="0" presId="urn:microsoft.com/office/officeart/2008/layout/PictureStrips"/>
    <dgm:cxn modelId="{CB8FFDF1-EECB-4D30-8E98-12B25B5FC765}" type="presParOf" srcId="{9725812F-F47D-49F4-B763-4F2EE01E7724}" destId="{B367D617-1D55-4FCD-B2C4-27192C4B2712}"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438710-14D7-4CAE-AABE-3B58EB61028A}" type="doc">
      <dgm:prSet loTypeId="urn:microsoft.com/office/officeart/2008/layout/VerticalCurvedList" loCatId="list" qsTypeId="urn:microsoft.com/office/officeart/2005/8/quickstyle/simple4" qsCatId="simple" csTypeId="urn:microsoft.com/office/officeart/2005/8/colors/accent1_4" csCatId="accent1" phldr="1"/>
      <dgm:spPr/>
      <dgm:t>
        <a:bodyPr/>
        <a:lstStyle/>
        <a:p>
          <a:endParaRPr lang="en-IN"/>
        </a:p>
      </dgm:t>
    </dgm:pt>
    <dgm:pt modelId="{32F169FF-AC80-4B74-84F3-C3CF8505A046}">
      <dgm:prSet phldrT="[Text]" phldr="0" custT="1">
        <dgm:style>
          <a:lnRef idx="2">
            <a:schemeClr val="accent3"/>
          </a:lnRef>
          <a:fillRef idx="1">
            <a:schemeClr val="lt1"/>
          </a:fillRef>
          <a:effectRef idx="0">
            <a:schemeClr val="accent3"/>
          </a:effectRef>
          <a:fontRef idx="minor">
            <a:schemeClr val="dk1"/>
          </a:fontRef>
        </dgm:style>
      </dgm:prSet>
      <dgm:spPr>
        <a:ln>
          <a:solidFill>
            <a:schemeClr val="accent1">
              <a:lumMod val="50000"/>
            </a:schemeClr>
          </a:solidFill>
        </a:ln>
      </dgm:spPr>
      <dgm:t>
        <a:bodyPr/>
        <a:lstStyle/>
        <a:p>
          <a:r>
            <a:rPr lang="en-US" sz="1200" dirty="0">
              <a:latin typeface="Georgia" panose="02040502050405020303" pitchFamily="18" charset="0"/>
            </a:rPr>
            <a:t>Inspect</a:t>
          </a:r>
        </a:p>
        <a:p>
          <a:endParaRPr lang="en-US" sz="1400" dirty="0">
            <a:latin typeface="Georgia" panose="02040502050405020303" pitchFamily="18" charset="0"/>
          </a:endParaRPr>
        </a:p>
        <a:p>
          <a:endParaRPr lang="en-US" sz="1400" dirty="0">
            <a:latin typeface="Georgia" panose="02040502050405020303" pitchFamily="18" charset="0"/>
          </a:endParaRPr>
        </a:p>
        <a:p>
          <a:r>
            <a:rPr lang="en-US" sz="1400" dirty="0">
              <a:latin typeface="Georgia" panose="02040502050405020303" pitchFamily="18" charset="0"/>
            </a:rPr>
            <a:t>The data was checked for missing values, variations in column names, and others</a:t>
          </a:r>
        </a:p>
        <a:p>
          <a:endParaRPr lang="en-US" sz="1200" dirty="0">
            <a:latin typeface="Georgia" panose="02040502050405020303" pitchFamily="18" charset="0"/>
          </a:endParaRPr>
        </a:p>
        <a:p>
          <a:endParaRPr lang="en-US" sz="1200" dirty="0">
            <a:latin typeface="Georgia" panose="02040502050405020303" pitchFamily="18" charset="0"/>
          </a:endParaRPr>
        </a:p>
        <a:p>
          <a:endParaRPr lang="en-US" sz="1200" dirty="0">
            <a:latin typeface="Georgia" panose="02040502050405020303" pitchFamily="18" charset="0"/>
          </a:endParaRPr>
        </a:p>
      </dgm:t>
    </dgm:pt>
    <dgm:pt modelId="{7D8B23CB-A4FC-4AB8-B00A-7806DEB521D0}" type="parTrans" cxnId="{2E018BBF-2623-4217-BD8A-5BE5F6FADA09}">
      <dgm:prSet/>
      <dgm:spPr/>
      <dgm:t>
        <a:bodyPr/>
        <a:lstStyle/>
        <a:p>
          <a:endParaRPr lang="en-IN">
            <a:latin typeface="Georgia" panose="02040502050405020303" pitchFamily="18" charset="0"/>
          </a:endParaRPr>
        </a:p>
      </dgm:t>
    </dgm:pt>
    <dgm:pt modelId="{8645853C-FD00-4C3E-9926-FAE05E769742}" type="sibTrans" cxnId="{2E018BBF-2623-4217-BD8A-5BE5F6FADA09}">
      <dgm:prSet/>
      <dgm:spPr/>
      <dgm:t>
        <a:bodyPr/>
        <a:lstStyle/>
        <a:p>
          <a:endParaRPr lang="en-IN">
            <a:latin typeface="Georgia" panose="02040502050405020303" pitchFamily="18" charset="0"/>
          </a:endParaRPr>
        </a:p>
      </dgm:t>
    </dgm:pt>
    <dgm:pt modelId="{F9720B33-A2D5-4C3F-B5B3-9A1C66D2AE02}">
      <dgm:prSet phldrT="[Text]" phldr="0" custT="1">
        <dgm:style>
          <a:lnRef idx="2">
            <a:schemeClr val="accent3"/>
          </a:lnRef>
          <a:fillRef idx="1">
            <a:schemeClr val="lt1"/>
          </a:fillRef>
          <a:effectRef idx="0">
            <a:schemeClr val="accent3"/>
          </a:effectRef>
          <a:fontRef idx="minor">
            <a:schemeClr val="dk1"/>
          </a:fontRef>
        </dgm:style>
      </dgm:prSet>
      <dgm:spPr/>
      <dgm:t>
        <a:bodyPr anchor="b"/>
        <a:lstStyle/>
        <a:p>
          <a:pPr algn="l"/>
          <a:r>
            <a:rPr lang="en-US" sz="1400" b="0" dirty="0">
              <a:solidFill>
                <a:schemeClr val="bg1"/>
              </a:solidFill>
              <a:latin typeface="Georgia" panose="02040502050405020303" pitchFamily="18" charset="0"/>
            </a:rPr>
            <a:t>Grouped summaries, correlation checks and IQR-based outlier investigation</a:t>
          </a:r>
          <a:endParaRPr lang="en-US" sz="1400" i="1" dirty="0">
            <a:solidFill>
              <a:schemeClr val="bg1"/>
            </a:solidFill>
            <a:latin typeface="Georgia" panose="02040502050405020303" pitchFamily="18" charset="0"/>
          </a:endParaRPr>
        </a:p>
      </dgm:t>
    </dgm:pt>
    <dgm:pt modelId="{0D5BF475-1EAB-43F5-9C6A-552A07983A2B}" type="parTrans" cxnId="{C122ABA4-384B-4C7A-A93B-4E5C1C23E6D4}">
      <dgm:prSet/>
      <dgm:spPr/>
      <dgm:t>
        <a:bodyPr/>
        <a:lstStyle/>
        <a:p>
          <a:endParaRPr lang="en-IN">
            <a:latin typeface="Georgia" panose="02040502050405020303" pitchFamily="18" charset="0"/>
          </a:endParaRPr>
        </a:p>
      </dgm:t>
    </dgm:pt>
    <dgm:pt modelId="{6B9A81A6-8F99-4818-BA43-42426DC31985}" type="sibTrans" cxnId="{C122ABA4-384B-4C7A-A93B-4E5C1C23E6D4}">
      <dgm:prSet/>
      <dgm:spPr/>
      <dgm:t>
        <a:bodyPr/>
        <a:lstStyle/>
        <a:p>
          <a:endParaRPr lang="en-IN">
            <a:latin typeface="Georgia" panose="02040502050405020303" pitchFamily="18" charset="0"/>
          </a:endParaRPr>
        </a:p>
      </dgm:t>
    </dgm:pt>
    <dgm:pt modelId="{36B126D8-B7AE-4969-91F4-A501C1A79E36}">
      <dgm:prSet phldrT="[Text]">
        <dgm:style>
          <a:lnRef idx="2">
            <a:schemeClr val="accent3"/>
          </a:lnRef>
          <a:fillRef idx="1">
            <a:schemeClr val="lt1"/>
          </a:fillRef>
          <a:effectRef idx="0">
            <a:schemeClr val="accent3"/>
          </a:effectRef>
          <a:fontRef idx="minor">
            <a:schemeClr val="dk1"/>
          </a:fontRef>
        </dgm:style>
      </dgm:prSet>
      <dgm:spPr/>
      <dgm:t>
        <a:bodyPr anchor="b"/>
        <a:lstStyle/>
        <a:p>
          <a:pPr algn="l"/>
          <a:endParaRPr lang="en-IN" sz="1200" dirty="0">
            <a:latin typeface="Georgia" panose="02040502050405020303" pitchFamily="18" charset="0"/>
          </a:endParaRPr>
        </a:p>
      </dgm:t>
    </dgm:pt>
    <dgm:pt modelId="{A4D2B920-A2DB-49AF-8A2E-18BB903E636C}" type="parTrans" cxnId="{C9A3ADD9-AE52-4A68-BC8C-1027F58EBEC9}">
      <dgm:prSet/>
      <dgm:spPr/>
      <dgm:t>
        <a:bodyPr/>
        <a:lstStyle/>
        <a:p>
          <a:endParaRPr lang="en-IN">
            <a:latin typeface="Georgia" panose="02040502050405020303" pitchFamily="18" charset="0"/>
          </a:endParaRPr>
        </a:p>
      </dgm:t>
    </dgm:pt>
    <dgm:pt modelId="{B2196F8E-2175-4A29-B32D-1D539E4F6FDB}" type="sibTrans" cxnId="{C9A3ADD9-AE52-4A68-BC8C-1027F58EBEC9}">
      <dgm:prSet/>
      <dgm:spPr/>
      <dgm:t>
        <a:bodyPr/>
        <a:lstStyle/>
        <a:p>
          <a:endParaRPr lang="en-IN">
            <a:latin typeface="Georgia" panose="02040502050405020303" pitchFamily="18" charset="0"/>
          </a:endParaRPr>
        </a:p>
      </dgm:t>
    </dgm:pt>
    <dgm:pt modelId="{20891841-7FDA-483D-9272-A251BE2E545C}">
      <dgm:prSet phldrT="[Text]" phldr="0" custT="1">
        <dgm:style>
          <a:lnRef idx="2">
            <a:schemeClr val="accent3"/>
          </a:lnRef>
          <a:fillRef idx="1">
            <a:schemeClr val="lt1"/>
          </a:fillRef>
          <a:effectRef idx="0">
            <a:schemeClr val="accent3"/>
          </a:effectRef>
          <a:fontRef idx="minor">
            <a:schemeClr val="dk1"/>
          </a:fontRef>
        </dgm:style>
      </dgm:prSet>
      <dgm:spPr/>
      <dgm:t>
        <a:bodyPr anchor="ctr"/>
        <a:lstStyle/>
        <a:p>
          <a:pPr algn="l"/>
          <a:r>
            <a:rPr lang="en-US" sz="1200" b="0" dirty="0">
              <a:solidFill>
                <a:schemeClr val="bg1"/>
              </a:solidFill>
              <a:latin typeface="Georgia" panose="02040502050405020303" pitchFamily="18" charset="0"/>
            </a:rPr>
            <a:t>Filled missing Quantity and Customer Rating with medians; derived missing Sales from Quantity × Unit Price.</a:t>
          </a:r>
          <a:endParaRPr lang="en-US" sz="1200" i="1" dirty="0">
            <a:solidFill>
              <a:schemeClr val="bg1"/>
            </a:solidFill>
            <a:latin typeface="Georgia" panose="02040502050405020303" pitchFamily="18" charset="0"/>
          </a:endParaRPr>
        </a:p>
      </dgm:t>
    </dgm:pt>
    <dgm:pt modelId="{B713134F-19F0-47E1-B545-93EBA1D29C34}" type="parTrans" cxnId="{118FFDB6-94A9-4D52-82A0-2994DCF180BB}">
      <dgm:prSet/>
      <dgm:spPr/>
      <dgm:t>
        <a:bodyPr/>
        <a:lstStyle/>
        <a:p>
          <a:endParaRPr lang="en-IN">
            <a:latin typeface="Georgia" panose="02040502050405020303" pitchFamily="18" charset="0"/>
          </a:endParaRPr>
        </a:p>
      </dgm:t>
    </dgm:pt>
    <dgm:pt modelId="{224192DB-A194-4624-9E78-4FC2734273DF}" type="sibTrans" cxnId="{118FFDB6-94A9-4D52-82A0-2994DCF180BB}">
      <dgm:prSet/>
      <dgm:spPr/>
      <dgm:t>
        <a:bodyPr/>
        <a:lstStyle/>
        <a:p>
          <a:endParaRPr lang="en-IN">
            <a:latin typeface="Georgia" panose="02040502050405020303" pitchFamily="18" charset="0"/>
          </a:endParaRPr>
        </a:p>
      </dgm:t>
    </dgm:pt>
    <dgm:pt modelId="{176D9338-B7E6-4A3A-9678-AD86F5E1D161}" type="pres">
      <dgm:prSet presAssocID="{36438710-14D7-4CAE-AABE-3B58EB61028A}" presName="Name0" presStyleCnt="0">
        <dgm:presLayoutVars>
          <dgm:chMax val="7"/>
          <dgm:chPref val="7"/>
          <dgm:dir/>
        </dgm:presLayoutVars>
      </dgm:prSet>
      <dgm:spPr/>
    </dgm:pt>
    <dgm:pt modelId="{13BA1C4E-936D-4FDC-A5A1-6269A413ED0F}" type="pres">
      <dgm:prSet presAssocID="{36438710-14D7-4CAE-AABE-3B58EB61028A}" presName="Name1" presStyleCnt="0"/>
      <dgm:spPr/>
    </dgm:pt>
    <dgm:pt modelId="{E18240F0-53F0-4114-BE1D-9628589EDC04}" type="pres">
      <dgm:prSet presAssocID="{36438710-14D7-4CAE-AABE-3B58EB61028A}" presName="cycle" presStyleCnt="0"/>
      <dgm:spPr/>
    </dgm:pt>
    <dgm:pt modelId="{76B2B5B8-C3C6-47A3-81C2-299509EEA5FD}" type="pres">
      <dgm:prSet presAssocID="{36438710-14D7-4CAE-AABE-3B58EB61028A}" presName="srcNode" presStyleLbl="node1" presStyleIdx="0" presStyleCnt="3"/>
      <dgm:spPr/>
    </dgm:pt>
    <dgm:pt modelId="{9CFBC153-4B77-476B-A960-EE1DF4A4A602}" type="pres">
      <dgm:prSet presAssocID="{36438710-14D7-4CAE-AABE-3B58EB61028A}" presName="conn" presStyleLbl="parChTrans1D2" presStyleIdx="0" presStyleCnt="1"/>
      <dgm:spPr/>
    </dgm:pt>
    <dgm:pt modelId="{4872EDDC-AA7E-4462-A104-BF84A3C760C7}" type="pres">
      <dgm:prSet presAssocID="{36438710-14D7-4CAE-AABE-3B58EB61028A}" presName="extraNode" presStyleLbl="node1" presStyleIdx="0" presStyleCnt="3"/>
      <dgm:spPr/>
    </dgm:pt>
    <dgm:pt modelId="{814EDDFE-3B3C-4688-832C-8C58AC765618}" type="pres">
      <dgm:prSet presAssocID="{36438710-14D7-4CAE-AABE-3B58EB61028A}" presName="dstNode" presStyleLbl="node1" presStyleIdx="0" presStyleCnt="3"/>
      <dgm:spPr/>
    </dgm:pt>
    <dgm:pt modelId="{16701535-45A3-4658-9C7F-A0FBE07D8821}" type="pres">
      <dgm:prSet presAssocID="{32F169FF-AC80-4B74-84F3-C3CF8505A046}" presName="text_1" presStyleLbl="node1" presStyleIdx="0" presStyleCnt="3" custLinFactNeighborX="-2815" custLinFactNeighborY="-583">
        <dgm:presLayoutVars>
          <dgm:bulletEnabled val="1"/>
        </dgm:presLayoutVars>
      </dgm:prSet>
      <dgm:spPr/>
    </dgm:pt>
    <dgm:pt modelId="{B78BA91D-9AF6-4750-BB4B-AF8C93CDFBEE}" type="pres">
      <dgm:prSet presAssocID="{32F169FF-AC80-4B74-84F3-C3CF8505A046}" presName="accent_1" presStyleCnt="0"/>
      <dgm:spPr/>
    </dgm:pt>
    <dgm:pt modelId="{AEBDDC95-99E2-4735-BCAA-6DB79879194A}" type="pres">
      <dgm:prSet presAssocID="{32F169FF-AC80-4B74-84F3-C3CF8505A046}" presName="accentRepeatNode" presStyleLbl="solidFgAcc1" presStyleIdx="0" presStyleCnt="3"/>
      <dgm:spPr/>
    </dgm:pt>
    <dgm:pt modelId="{23A8A210-C42B-4E0B-ABFA-DC0013B181FD}" type="pres">
      <dgm:prSet presAssocID="{20891841-7FDA-483D-9272-A251BE2E545C}" presName="text_2" presStyleLbl="node1" presStyleIdx="1" presStyleCnt="3" custLinFactNeighborX="-1273" custLinFactNeighborY="0">
        <dgm:presLayoutVars>
          <dgm:bulletEnabled val="1"/>
        </dgm:presLayoutVars>
      </dgm:prSet>
      <dgm:spPr/>
    </dgm:pt>
    <dgm:pt modelId="{3D14F6AD-7F2E-4CDE-8C45-3F72848D9318}" type="pres">
      <dgm:prSet presAssocID="{20891841-7FDA-483D-9272-A251BE2E545C}" presName="accent_2" presStyleCnt="0"/>
      <dgm:spPr/>
    </dgm:pt>
    <dgm:pt modelId="{A43F6FEF-EB51-4EB2-B19C-6423F5860D5E}" type="pres">
      <dgm:prSet presAssocID="{20891841-7FDA-483D-9272-A251BE2E545C}" presName="accentRepeatNode" presStyleLbl="solidFgAcc1" presStyleIdx="1" presStyleCnt="3"/>
      <dgm:spPr/>
    </dgm:pt>
    <dgm:pt modelId="{60914928-2FAD-466F-B2E8-BB06C2464CA9}" type="pres">
      <dgm:prSet presAssocID="{F9720B33-A2D5-4C3F-B5B3-9A1C66D2AE02}" presName="text_3" presStyleLbl="node1" presStyleIdx="2" presStyleCnt="3">
        <dgm:presLayoutVars>
          <dgm:bulletEnabled val="1"/>
        </dgm:presLayoutVars>
      </dgm:prSet>
      <dgm:spPr/>
    </dgm:pt>
    <dgm:pt modelId="{D93E94DB-3C57-40AD-9D24-CE972BB6AED7}" type="pres">
      <dgm:prSet presAssocID="{F9720B33-A2D5-4C3F-B5B3-9A1C66D2AE02}" presName="accent_3" presStyleCnt="0"/>
      <dgm:spPr/>
    </dgm:pt>
    <dgm:pt modelId="{46531479-07C1-48EC-AE61-19306B89EF4A}" type="pres">
      <dgm:prSet presAssocID="{F9720B33-A2D5-4C3F-B5B3-9A1C66D2AE02}" presName="accentRepeatNode" presStyleLbl="solidFgAcc1" presStyleIdx="2" presStyleCnt="3"/>
      <dgm:spPr/>
    </dgm:pt>
  </dgm:ptLst>
  <dgm:cxnLst>
    <dgm:cxn modelId="{9AF38F5B-C136-4021-ADD2-A5E6BD7DCD0E}" type="presOf" srcId="{8645853C-FD00-4C3E-9926-FAE05E769742}" destId="{9CFBC153-4B77-476B-A960-EE1DF4A4A602}" srcOrd="0" destOrd="0" presId="urn:microsoft.com/office/officeart/2008/layout/VerticalCurvedList"/>
    <dgm:cxn modelId="{154EF263-42D2-47B5-A0A4-82698E10BA74}" type="presOf" srcId="{32F169FF-AC80-4B74-84F3-C3CF8505A046}" destId="{16701535-45A3-4658-9C7F-A0FBE07D8821}" srcOrd="0" destOrd="0" presId="urn:microsoft.com/office/officeart/2008/layout/VerticalCurvedList"/>
    <dgm:cxn modelId="{437F50A4-747D-4962-9822-88B76957BA0B}" type="presOf" srcId="{20891841-7FDA-483D-9272-A251BE2E545C}" destId="{23A8A210-C42B-4E0B-ABFA-DC0013B181FD}" srcOrd="0" destOrd="0" presId="urn:microsoft.com/office/officeart/2008/layout/VerticalCurvedList"/>
    <dgm:cxn modelId="{C122ABA4-384B-4C7A-A93B-4E5C1C23E6D4}" srcId="{36438710-14D7-4CAE-AABE-3B58EB61028A}" destId="{F9720B33-A2D5-4C3F-B5B3-9A1C66D2AE02}" srcOrd="2" destOrd="0" parTransId="{0D5BF475-1EAB-43F5-9C6A-552A07983A2B}" sibTransId="{6B9A81A6-8F99-4818-BA43-42426DC31985}"/>
    <dgm:cxn modelId="{118FFDB6-94A9-4D52-82A0-2994DCF180BB}" srcId="{36438710-14D7-4CAE-AABE-3B58EB61028A}" destId="{20891841-7FDA-483D-9272-A251BE2E545C}" srcOrd="1" destOrd="0" parTransId="{B713134F-19F0-47E1-B545-93EBA1D29C34}" sibTransId="{224192DB-A194-4624-9E78-4FC2734273DF}"/>
    <dgm:cxn modelId="{5A13F6BC-A91A-40C7-A141-EA5A8CEF0C5D}" type="presOf" srcId="{F9720B33-A2D5-4C3F-B5B3-9A1C66D2AE02}" destId="{60914928-2FAD-466F-B2E8-BB06C2464CA9}" srcOrd="0" destOrd="0" presId="urn:microsoft.com/office/officeart/2008/layout/VerticalCurvedList"/>
    <dgm:cxn modelId="{2E018BBF-2623-4217-BD8A-5BE5F6FADA09}" srcId="{36438710-14D7-4CAE-AABE-3B58EB61028A}" destId="{32F169FF-AC80-4B74-84F3-C3CF8505A046}" srcOrd="0" destOrd="0" parTransId="{7D8B23CB-A4FC-4AB8-B00A-7806DEB521D0}" sibTransId="{8645853C-FD00-4C3E-9926-FAE05E769742}"/>
    <dgm:cxn modelId="{C9A3ADD9-AE52-4A68-BC8C-1027F58EBEC9}" srcId="{F9720B33-A2D5-4C3F-B5B3-9A1C66D2AE02}" destId="{36B126D8-B7AE-4969-91F4-A501C1A79E36}" srcOrd="0" destOrd="0" parTransId="{A4D2B920-A2DB-49AF-8A2E-18BB903E636C}" sibTransId="{B2196F8E-2175-4A29-B32D-1D539E4F6FDB}"/>
    <dgm:cxn modelId="{3E31DAED-A976-46E3-ACF3-E1C10496BD0B}" type="presOf" srcId="{36438710-14D7-4CAE-AABE-3B58EB61028A}" destId="{176D9338-B7E6-4A3A-9678-AD86F5E1D161}" srcOrd="0" destOrd="0" presId="urn:microsoft.com/office/officeart/2008/layout/VerticalCurvedList"/>
    <dgm:cxn modelId="{DD6CDCED-474D-41DB-BB41-C9F11B2FA135}" type="presOf" srcId="{36B126D8-B7AE-4969-91F4-A501C1A79E36}" destId="{60914928-2FAD-466F-B2E8-BB06C2464CA9}" srcOrd="0" destOrd="1" presId="urn:microsoft.com/office/officeart/2008/layout/VerticalCurvedList"/>
    <dgm:cxn modelId="{660996E2-EADE-475A-8198-A33005E6C599}" type="presParOf" srcId="{176D9338-B7E6-4A3A-9678-AD86F5E1D161}" destId="{13BA1C4E-936D-4FDC-A5A1-6269A413ED0F}" srcOrd="0" destOrd="0" presId="urn:microsoft.com/office/officeart/2008/layout/VerticalCurvedList"/>
    <dgm:cxn modelId="{0942C4E0-474B-436C-A377-34B2E7C9BA2A}" type="presParOf" srcId="{13BA1C4E-936D-4FDC-A5A1-6269A413ED0F}" destId="{E18240F0-53F0-4114-BE1D-9628589EDC04}" srcOrd="0" destOrd="0" presId="urn:microsoft.com/office/officeart/2008/layout/VerticalCurvedList"/>
    <dgm:cxn modelId="{BB36FE69-747A-464D-8EF2-299EC40FE825}" type="presParOf" srcId="{E18240F0-53F0-4114-BE1D-9628589EDC04}" destId="{76B2B5B8-C3C6-47A3-81C2-299509EEA5FD}" srcOrd="0" destOrd="0" presId="urn:microsoft.com/office/officeart/2008/layout/VerticalCurvedList"/>
    <dgm:cxn modelId="{00ED3C5D-99AC-4B51-8C06-63694DB65803}" type="presParOf" srcId="{E18240F0-53F0-4114-BE1D-9628589EDC04}" destId="{9CFBC153-4B77-476B-A960-EE1DF4A4A602}" srcOrd="1" destOrd="0" presId="urn:microsoft.com/office/officeart/2008/layout/VerticalCurvedList"/>
    <dgm:cxn modelId="{7EF0DD39-19F3-48AF-A181-4D76E61DEC9D}" type="presParOf" srcId="{E18240F0-53F0-4114-BE1D-9628589EDC04}" destId="{4872EDDC-AA7E-4462-A104-BF84A3C760C7}" srcOrd="2" destOrd="0" presId="urn:microsoft.com/office/officeart/2008/layout/VerticalCurvedList"/>
    <dgm:cxn modelId="{924CA87F-5E49-4AB1-A4CC-93F389759316}" type="presParOf" srcId="{E18240F0-53F0-4114-BE1D-9628589EDC04}" destId="{814EDDFE-3B3C-4688-832C-8C58AC765618}" srcOrd="3" destOrd="0" presId="urn:microsoft.com/office/officeart/2008/layout/VerticalCurvedList"/>
    <dgm:cxn modelId="{028E0E9E-5A83-4404-9A1B-FEFE41EB1E5F}" type="presParOf" srcId="{13BA1C4E-936D-4FDC-A5A1-6269A413ED0F}" destId="{16701535-45A3-4658-9C7F-A0FBE07D8821}" srcOrd="1" destOrd="0" presId="urn:microsoft.com/office/officeart/2008/layout/VerticalCurvedList"/>
    <dgm:cxn modelId="{071D372D-2D03-4674-904F-B4B617CEC802}" type="presParOf" srcId="{13BA1C4E-936D-4FDC-A5A1-6269A413ED0F}" destId="{B78BA91D-9AF6-4750-BB4B-AF8C93CDFBEE}" srcOrd="2" destOrd="0" presId="urn:microsoft.com/office/officeart/2008/layout/VerticalCurvedList"/>
    <dgm:cxn modelId="{62E2DCDD-DC91-4716-AF69-FDBC445F038A}" type="presParOf" srcId="{B78BA91D-9AF6-4750-BB4B-AF8C93CDFBEE}" destId="{AEBDDC95-99E2-4735-BCAA-6DB79879194A}" srcOrd="0" destOrd="0" presId="urn:microsoft.com/office/officeart/2008/layout/VerticalCurvedList"/>
    <dgm:cxn modelId="{D150744D-953F-4F45-808E-307691AF019E}" type="presParOf" srcId="{13BA1C4E-936D-4FDC-A5A1-6269A413ED0F}" destId="{23A8A210-C42B-4E0B-ABFA-DC0013B181FD}" srcOrd="3" destOrd="0" presId="urn:microsoft.com/office/officeart/2008/layout/VerticalCurvedList"/>
    <dgm:cxn modelId="{2378B56A-B81A-4DE5-AB59-3281C24C3FA1}" type="presParOf" srcId="{13BA1C4E-936D-4FDC-A5A1-6269A413ED0F}" destId="{3D14F6AD-7F2E-4CDE-8C45-3F72848D9318}" srcOrd="4" destOrd="0" presId="urn:microsoft.com/office/officeart/2008/layout/VerticalCurvedList"/>
    <dgm:cxn modelId="{7644D4B1-0845-4465-A22B-AA94413F50E4}" type="presParOf" srcId="{3D14F6AD-7F2E-4CDE-8C45-3F72848D9318}" destId="{A43F6FEF-EB51-4EB2-B19C-6423F5860D5E}" srcOrd="0" destOrd="0" presId="urn:microsoft.com/office/officeart/2008/layout/VerticalCurvedList"/>
    <dgm:cxn modelId="{BBD14BB2-69F2-41C0-814F-1EED1194760D}" type="presParOf" srcId="{13BA1C4E-936D-4FDC-A5A1-6269A413ED0F}" destId="{60914928-2FAD-466F-B2E8-BB06C2464CA9}" srcOrd="5" destOrd="0" presId="urn:microsoft.com/office/officeart/2008/layout/VerticalCurvedList"/>
    <dgm:cxn modelId="{B74610A3-8442-4D3F-AE9B-92771427D079}" type="presParOf" srcId="{13BA1C4E-936D-4FDC-A5A1-6269A413ED0F}" destId="{D93E94DB-3C57-40AD-9D24-CE972BB6AED7}" srcOrd="6" destOrd="0" presId="urn:microsoft.com/office/officeart/2008/layout/VerticalCurvedList"/>
    <dgm:cxn modelId="{F7D02817-DD9B-4988-A3B1-572648F5CC94}" type="presParOf" srcId="{D93E94DB-3C57-40AD-9D24-CE972BB6AED7}" destId="{46531479-07C1-48EC-AE61-19306B89EF4A}"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8527C1A-A3D7-4AA7-B7F1-27A1A8560EDC}" type="doc">
      <dgm:prSet loTypeId="urn:microsoft.com/office/officeart/2005/8/layout/default" loCatId="list" qsTypeId="urn:microsoft.com/office/officeart/2005/8/quickstyle/simple3" qsCatId="simple" csTypeId="urn:microsoft.com/office/officeart/2005/8/colors/accent1_2" csCatId="accent1" phldr="1"/>
      <dgm:spPr/>
      <dgm:t>
        <a:bodyPr/>
        <a:lstStyle/>
        <a:p>
          <a:endParaRPr lang="en-IN"/>
        </a:p>
      </dgm:t>
    </dgm:pt>
    <dgm:pt modelId="{9D922B1F-AB4E-4124-89F7-4539F0B6FEA6}">
      <dgm:prSet phldrT="[Text]" phldr="0" custT="1"/>
      <dgm:spPr/>
      <dgm:t>
        <a:bodyPr/>
        <a:lstStyle/>
        <a:p>
          <a:r>
            <a:rPr lang="en-US" sz="2400" i="1" dirty="0">
              <a:effectLst>
                <a:outerShdw blurRad="38100" dist="38100" dir="2700000" algn="tl">
                  <a:srgbClr val="000000">
                    <a:alpha val="43137"/>
                  </a:srgbClr>
                </a:outerShdw>
              </a:effectLst>
              <a:latin typeface="Georgia" panose="02040502050405020303" pitchFamily="18" charset="0"/>
            </a:rPr>
            <a:t>Category</a:t>
          </a:r>
        </a:p>
        <a:p>
          <a:r>
            <a:rPr lang="en-IN" sz="1900" dirty="0">
              <a:latin typeface="Georgia" panose="02040502050405020303" pitchFamily="18" charset="0"/>
            </a:rPr>
            <a:t>Electronics is the largest revenue generating category in the dataset</a:t>
          </a:r>
        </a:p>
      </dgm:t>
    </dgm:pt>
    <dgm:pt modelId="{08EE7850-A7C9-4606-9757-F1392FED67EF}" type="parTrans" cxnId="{69CDF7D2-2665-49F3-B7F4-36107D3D989B}">
      <dgm:prSet/>
      <dgm:spPr/>
      <dgm:t>
        <a:bodyPr/>
        <a:lstStyle/>
        <a:p>
          <a:endParaRPr lang="en-IN">
            <a:latin typeface="Georgia" panose="02040502050405020303" pitchFamily="18" charset="0"/>
          </a:endParaRPr>
        </a:p>
      </dgm:t>
    </dgm:pt>
    <dgm:pt modelId="{50EA1A29-DFFF-45C8-8B23-8851EAEFE5E5}" type="sibTrans" cxnId="{69CDF7D2-2665-49F3-B7F4-36107D3D989B}">
      <dgm:prSet/>
      <dgm:spPr/>
      <dgm:t>
        <a:bodyPr/>
        <a:lstStyle/>
        <a:p>
          <a:endParaRPr lang="en-IN">
            <a:latin typeface="Georgia" panose="02040502050405020303" pitchFamily="18" charset="0"/>
          </a:endParaRPr>
        </a:p>
      </dgm:t>
    </dgm:pt>
    <dgm:pt modelId="{A2AF6550-7B5B-4312-B856-EAAF251CE95F}">
      <dgm:prSet phldrT="[Text]" phldr="0" custT="1"/>
      <dgm:spPr/>
      <dgm:t>
        <a:bodyPr/>
        <a:lstStyle/>
        <a:p>
          <a:r>
            <a:rPr lang="en-US" sz="2400" i="1" dirty="0">
              <a:effectLst>
                <a:outerShdw blurRad="38100" dist="38100" dir="2700000" algn="tl">
                  <a:srgbClr val="000000">
                    <a:alpha val="43137"/>
                  </a:srgbClr>
                </a:outerShdw>
              </a:effectLst>
              <a:latin typeface="Georgia" panose="02040502050405020303" pitchFamily="18" charset="0"/>
            </a:rPr>
            <a:t>Region</a:t>
          </a:r>
        </a:p>
        <a:p>
          <a:r>
            <a:rPr lang="en-IN" sz="1900" dirty="0">
              <a:latin typeface="Georgia" panose="02040502050405020303" pitchFamily="18" charset="0"/>
            </a:rPr>
            <a:t>North records the highest sales and profit, while the West records the lowest</a:t>
          </a:r>
        </a:p>
      </dgm:t>
    </dgm:pt>
    <dgm:pt modelId="{D72DADF6-EF68-4477-A140-8420B6836868}" type="parTrans" cxnId="{39BB4854-A393-41F6-9F4A-7B18226993AC}">
      <dgm:prSet/>
      <dgm:spPr/>
      <dgm:t>
        <a:bodyPr/>
        <a:lstStyle/>
        <a:p>
          <a:endParaRPr lang="en-IN">
            <a:latin typeface="Georgia" panose="02040502050405020303" pitchFamily="18" charset="0"/>
          </a:endParaRPr>
        </a:p>
      </dgm:t>
    </dgm:pt>
    <dgm:pt modelId="{EB6B67FF-37A0-4B30-A3B7-8B59E30FFA7C}" type="sibTrans" cxnId="{39BB4854-A393-41F6-9F4A-7B18226993AC}">
      <dgm:prSet/>
      <dgm:spPr/>
      <dgm:t>
        <a:bodyPr/>
        <a:lstStyle/>
        <a:p>
          <a:endParaRPr lang="en-IN">
            <a:latin typeface="Georgia" panose="02040502050405020303" pitchFamily="18" charset="0"/>
          </a:endParaRPr>
        </a:p>
      </dgm:t>
    </dgm:pt>
    <dgm:pt modelId="{FC83288C-7147-4D24-9B83-5F54EE7D925F}">
      <dgm:prSet phldrT="[Text]" phldr="0" custT="1"/>
      <dgm:spPr/>
      <dgm:t>
        <a:bodyPr anchor="ctr"/>
        <a:lstStyle/>
        <a:p>
          <a:endParaRPr lang="en-US" sz="2400" i="1" dirty="0">
            <a:effectLst>
              <a:outerShdw blurRad="38100" dist="38100" dir="2700000" algn="tl">
                <a:srgbClr val="000000">
                  <a:alpha val="43137"/>
                </a:srgbClr>
              </a:outerShdw>
            </a:effectLst>
            <a:latin typeface="Georgia" panose="02040502050405020303" pitchFamily="18" charset="0"/>
          </a:endParaRPr>
        </a:p>
        <a:p>
          <a:r>
            <a:rPr lang="en-US" sz="2400" b="0" i="1" dirty="0">
              <a:effectLst>
                <a:outerShdw blurRad="38100" dist="38100" dir="2700000" algn="tl">
                  <a:srgbClr val="000000">
                    <a:alpha val="43137"/>
                  </a:srgbClr>
                </a:outerShdw>
              </a:effectLst>
              <a:latin typeface="Georgia" panose="02040502050405020303" pitchFamily="18" charset="0"/>
            </a:rPr>
            <a:t>Customer Ratings</a:t>
          </a:r>
        </a:p>
        <a:p>
          <a:r>
            <a:rPr lang="en-IN" sz="1900" dirty="0">
              <a:latin typeface="Georgia" panose="02040502050405020303" pitchFamily="18" charset="0"/>
            </a:rPr>
            <a:t>Average customer ratings is 4.37/5, and profits are strongly positively correlated</a:t>
          </a:r>
        </a:p>
        <a:p>
          <a:endParaRPr lang="en-IN" sz="1900" dirty="0">
            <a:latin typeface="Georgia" panose="02040502050405020303" pitchFamily="18" charset="0"/>
          </a:endParaRPr>
        </a:p>
      </dgm:t>
    </dgm:pt>
    <dgm:pt modelId="{C5D330B6-9F57-4444-B367-164D20345222}" type="parTrans" cxnId="{8C15263E-CFA4-475F-8A95-FC0C62424526}">
      <dgm:prSet/>
      <dgm:spPr/>
      <dgm:t>
        <a:bodyPr/>
        <a:lstStyle/>
        <a:p>
          <a:endParaRPr lang="en-IN">
            <a:latin typeface="Georgia" panose="02040502050405020303" pitchFamily="18" charset="0"/>
          </a:endParaRPr>
        </a:p>
      </dgm:t>
    </dgm:pt>
    <dgm:pt modelId="{4CA59D0E-9875-4BAC-A8C4-7BF6FDA52DB3}" type="sibTrans" cxnId="{8C15263E-CFA4-475F-8A95-FC0C62424526}">
      <dgm:prSet/>
      <dgm:spPr/>
      <dgm:t>
        <a:bodyPr/>
        <a:lstStyle/>
        <a:p>
          <a:endParaRPr lang="en-IN">
            <a:latin typeface="Georgia" panose="02040502050405020303" pitchFamily="18" charset="0"/>
          </a:endParaRPr>
        </a:p>
      </dgm:t>
    </dgm:pt>
    <dgm:pt modelId="{3A44D887-FF21-4A22-BEBB-2E32386ABF12}">
      <dgm:prSet phldrT="[Text]" phldr="0" custT="1"/>
      <dgm:spPr/>
      <dgm:t>
        <a:bodyPr/>
        <a:lstStyle/>
        <a:p>
          <a:r>
            <a:rPr lang="en-US" sz="2800" i="1" dirty="0">
              <a:effectLst>
                <a:outerShdw blurRad="38100" dist="38100" dir="2700000" algn="tl">
                  <a:srgbClr val="000000">
                    <a:alpha val="43137"/>
                  </a:srgbClr>
                </a:outerShdw>
              </a:effectLst>
              <a:latin typeface="Georgia" panose="02040502050405020303" pitchFamily="18" charset="0"/>
            </a:rPr>
            <a:t>Total Sales </a:t>
          </a:r>
        </a:p>
        <a:p>
          <a:r>
            <a:rPr lang="en-IN" sz="2800" dirty="0">
              <a:latin typeface="Georgia" panose="02040502050405020303" pitchFamily="18" charset="0"/>
            </a:rPr>
            <a:t>158K</a:t>
          </a:r>
        </a:p>
      </dgm:t>
    </dgm:pt>
    <dgm:pt modelId="{D20F8990-F1CD-4DFE-A7DF-6AB53DD78B2B}" type="parTrans" cxnId="{48724B57-8A27-41C1-AA8A-2BD5D6212C22}">
      <dgm:prSet/>
      <dgm:spPr/>
      <dgm:t>
        <a:bodyPr/>
        <a:lstStyle/>
        <a:p>
          <a:endParaRPr lang="en-IN">
            <a:latin typeface="Georgia" panose="02040502050405020303" pitchFamily="18" charset="0"/>
          </a:endParaRPr>
        </a:p>
      </dgm:t>
    </dgm:pt>
    <dgm:pt modelId="{1B02E0F6-2CDC-4995-AB13-6F5779C9F7FF}" type="sibTrans" cxnId="{48724B57-8A27-41C1-AA8A-2BD5D6212C22}">
      <dgm:prSet/>
      <dgm:spPr/>
      <dgm:t>
        <a:bodyPr/>
        <a:lstStyle/>
        <a:p>
          <a:endParaRPr lang="en-IN">
            <a:latin typeface="Georgia" panose="02040502050405020303" pitchFamily="18" charset="0"/>
          </a:endParaRPr>
        </a:p>
      </dgm:t>
    </dgm:pt>
    <dgm:pt modelId="{C71F2144-41E3-481A-8CE8-FD19BC72BC2B}">
      <dgm:prSet phldrT="[Text]" phldr="0" custT="1"/>
      <dgm:spPr/>
      <dgm:t>
        <a:bodyPr/>
        <a:lstStyle/>
        <a:p>
          <a:r>
            <a:rPr lang="en-US" sz="2800" i="1" dirty="0">
              <a:effectLst>
                <a:outerShdw blurRad="38100" dist="38100" dir="2700000" algn="tl">
                  <a:srgbClr val="000000">
                    <a:alpha val="43137"/>
                  </a:srgbClr>
                </a:outerShdw>
              </a:effectLst>
              <a:latin typeface="Georgia" panose="02040502050405020303" pitchFamily="18" charset="0"/>
            </a:rPr>
            <a:t>Total Profit</a:t>
          </a:r>
        </a:p>
        <a:p>
          <a:r>
            <a:rPr lang="en-IN" sz="2800" dirty="0">
              <a:latin typeface="Georgia" panose="02040502050405020303" pitchFamily="18" charset="0"/>
            </a:rPr>
            <a:t>17.25K</a:t>
          </a:r>
        </a:p>
      </dgm:t>
    </dgm:pt>
    <dgm:pt modelId="{01937778-AA99-48C3-8ED0-AF5D2EBC8749}" type="parTrans" cxnId="{17195682-16E3-4FF9-A718-17F2D2FCD25D}">
      <dgm:prSet/>
      <dgm:spPr/>
      <dgm:t>
        <a:bodyPr/>
        <a:lstStyle/>
        <a:p>
          <a:endParaRPr lang="en-IN">
            <a:latin typeface="Georgia" panose="02040502050405020303" pitchFamily="18" charset="0"/>
          </a:endParaRPr>
        </a:p>
      </dgm:t>
    </dgm:pt>
    <dgm:pt modelId="{F80E595B-395F-40FE-9F51-4AC5FD76BC76}" type="sibTrans" cxnId="{17195682-16E3-4FF9-A718-17F2D2FCD25D}">
      <dgm:prSet/>
      <dgm:spPr/>
      <dgm:t>
        <a:bodyPr/>
        <a:lstStyle/>
        <a:p>
          <a:endParaRPr lang="en-IN">
            <a:latin typeface="Georgia" panose="02040502050405020303" pitchFamily="18" charset="0"/>
          </a:endParaRPr>
        </a:p>
      </dgm:t>
    </dgm:pt>
    <dgm:pt modelId="{26D05E3E-6668-408E-AB45-871305B35E93}">
      <dgm:prSet phldrT="[Text]" phldr="0" custT="1"/>
      <dgm:spPr/>
      <dgm:t>
        <a:bodyPr/>
        <a:lstStyle/>
        <a:p>
          <a:r>
            <a:rPr lang="en-US" sz="2400" i="1" dirty="0">
              <a:effectLst>
                <a:outerShdw blurRad="38100" dist="38100" dir="2700000" algn="tl">
                  <a:srgbClr val="000000">
                    <a:alpha val="43137"/>
                  </a:srgbClr>
                </a:outerShdw>
              </a:effectLst>
              <a:latin typeface="Georgia" panose="02040502050405020303" pitchFamily="18" charset="0"/>
            </a:rPr>
            <a:t>Product</a:t>
          </a:r>
        </a:p>
        <a:p>
          <a:r>
            <a:rPr lang="en-IN" sz="1900" dirty="0">
              <a:latin typeface="Georgia" panose="02040502050405020303" pitchFamily="18" charset="0"/>
            </a:rPr>
            <a:t>Laptops lead recorded sales and profit, strongly influenced by one large order</a:t>
          </a:r>
        </a:p>
      </dgm:t>
    </dgm:pt>
    <dgm:pt modelId="{6DDC71BB-5B43-4969-B91B-73AC3215F04D}" type="parTrans" cxnId="{4494B576-0BDF-4C94-A308-F8D3639B36C2}">
      <dgm:prSet/>
      <dgm:spPr/>
      <dgm:t>
        <a:bodyPr/>
        <a:lstStyle/>
        <a:p>
          <a:endParaRPr lang="en-IN">
            <a:latin typeface="Georgia" panose="02040502050405020303" pitchFamily="18" charset="0"/>
          </a:endParaRPr>
        </a:p>
      </dgm:t>
    </dgm:pt>
    <dgm:pt modelId="{C95C83F8-DFE0-4D5A-AAD3-BE10FCF26612}" type="sibTrans" cxnId="{4494B576-0BDF-4C94-A308-F8D3639B36C2}">
      <dgm:prSet/>
      <dgm:spPr/>
      <dgm:t>
        <a:bodyPr/>
        <a:lstStyle/>
        <a:p>
          <a:endParaRPr lang="en-IN">
            <a:latin typeface="Georgia" panose="02040502050405020303" pitchFamily="18" charset="0"/>
          </a:endParaRPr>
        </a:p>
      </dgm:t>
    </dgm:pt>
    <dgm:pt modelId="{14DA139B-AE7F-4755-A099-43B77947D169}" type="pres">
      <dgm:prSet presAssocID="{D8527C1A-A3D7-4AA7-B7F1-27A1A8560EDC}" presName="diagram" presStyleCnt="0">
        <dgm:presLayoutVars>
          <dgm:dir/>
          <dgm:resizeHandles val="exact"/>
        </dgm:presLayoutVars>
      </dgm:prSet>
      <dgm:spPr/>
    </dgm:pt>
    <dgm:pt modelId="{2D2E3E83-48D8-4DB0-94CB-80EBBF2FB9AF}" type="pres">
      <dgm:prSet presAssocID="{9D922B1F-AB4E-4124-89F7-4539F0B6FEA6}" presName="node" presStyleLbl="node1" presStyleIdx="0" presStyleCnt="6" custLinFactX="6781" custLinFactY="21423" custLinFactNeighborX="100000" custLinFactNeighborY="100000">
        <dgm:presLayoutVars>
          <dgm:bulletEnabled val="1"/>
        </dgm:presLayoutVars>
      </dgm:prSet>
      <dgm:spPr/>
    </dgm:pt>
    <dgm:pt modelId="{28474134-7B29-4EB0-98FE-EA582A8D18E7}" type="pres">
      <dgm:prSet presAssocID="{50EA1A29-DFFF-45C8-8B23-8851EAEFE5E5}" presName="sibTrans" presStyleCnt="0"/>
      <dgm:spPr/>
    </dgm:pt>
    <dgm:pt modelId="{1557ED07-5A14-4AA4-B543-054AEDCDCFB9}" type="pres">
      <dgm:prSet presAssocID="{A2AF6550-7B5B-4312-B856-EAAF251CE95F}" presName="node" presStyleLbl="node1" presStyleIdx="1" presStyleCnt="6" custLinFactX="-11689" custLinFactY="22791" custLinFactNeighborX="-100000" custLinFactNeighborY="100000">
        <dgm:presLayoutVars>
          <dgm:bulletEnabled val="1"/>
        </dgm:presLayoutVars>
      </dgm:prSet>
      <dgm:spPr/>
    </dgm:pt>
    <dgm:pt modelId="{04CC7871-80CE-4B94-8304-ECB5C8EAB965}" type="pres">
      <dgm:prSet presAssocID="{EB6B67FF-37A0-4B30-A3B7-8B59E30FFA7C}" presName="sibTrans" presStyleCnt="0"/>
      <dgm:spPr/>
    </dgm:pt>
    <dgm:pt modelId="{4465BF8C-3208-4DB1-94F0-619D230059E6}" type="pres">
      <dgm:prSet presAssocID="{26D05E3E-6668-408E-AB45-871305B35E93}" presName="node" presStyleLbl="node1" presStyleIdx="2" presStyleCnt="6" custLinFactY="21343" custLinFactNeighborX="-7848" custLinFactNeighborY="100000">
        <dgm:presLayoutVars>
          <dgm:bulletEnabled val="1"/>
        </dgm:presLayoutVars>
      </dgm:prSet>
      <dgm:spPr/>
    </dgm:pt>
    <dgm:pt modelId="{C8D09313-8D0C-49C2-9B73-77E57F29C225}" type="pres">
      <dgm:prSet presAssocID="{C95C83F8-DFE0-4D5A-AAD3-BE10FCF26612}" presName="sibTrans" presStyleCnt="0"/>
      <dgm:spPr/>
    </dgm:pt>
    <dgm:pt modelId="{066E3DA3-AFF8-427A-9224-7E4AAA9D1FE3}" type="pres">
      <dgm:prSet presAssocID="{FC83288C-7147-4D24-9B83-5F54EE7D925F}" presName="node" presStyleLbl="node1" presStyleIdx="3" presStyleCnt="6" custLinFactX="100000" custLinFactY="-17244" custLinFactNeighborX="111039" custLinFactNeighborY="-100000">
        <dgm:presLayoutVars>
          <dgm:bulletEnabled val="1"/>
        </dgm:presLayoutVars>
      </dgm:prSet>
      <dgm:spPr/>
    </dgm:pt>
    <dgm:pt modelId="{DDC2625C-2417-42EA-9AA1-3759F3214E6A}" type="pres">
      <dgm:prSet presAssocID="{4CA59D0E-9875-4BAC-A8C4-7BF6FDA52DB3}" presName="sibTrans" presStyleCnt="0"/>
      <dgm:spPr/>
    </dgm:pt>
    <dgm:pt modelId="{2EF1B3A3-AC46-48BF-84AC-00F21ED3D4CA}" type="pres">
      <dgm:prSet presAssocID="{3A44D887-FF21-4A22-BEBB-2E32386ABF12}" presName="node" presStyleLbl="node1" presStyleIdx="4" presStyleCnt="6" custLinFactX="-11401" custLinFactY="-17174" custLinFactNeighborX="-100000" custLinFactNeighborY="-100000">
        <dgm:presLayoutVars>
          <dgm:bulletEnabled val="1"/>
        </dgm:presLayoutVars>
      </dgm:prSet>
      <dgm:spPr/>
    </dgm:pt>
    <dgm:pt modelId="{61B90EE8-F4B2-4F11-BA45-522AB3902F96}" type="pres">
      <dgm:prSet presAssocID="{1B02E0F6-2CDC-4995-AB13-6F5779C9F7FF}" presName="sibTrans" presStyleCnt="0"/>
      <dgm:spPr/>
    </dgm:pt>
    <dgm:pt modelId="{42388E51-FF26-4BE3-9149-CBB9E1A9E526}" type="pres">
      <dgm:prSet presAssocID="{C71F2144-41E3-481A-8CE8-FD19BC72BC2B}" presName="node" presStyleLbl="node1" presStyleIdx="5" presStyleCnt="6" custLinFactX="-14683" custLinFactY="-16777" custLinFactNeighborX="-100000" custLinFactNeighborY="-100000">
        <dgm:presLayoutVars>
          <dgm:bulletEnabled val="1"/>
        </dgm:presLayoutVars>
      </dgm:prSet>
      <dgm:spPr/>
    </dgm:pt>
  </dgm:ptLst>
  <dgm:cxnLst>
    <dgm:cxn modelId="{7734B10E-3506-48EF-8A34-36F742CBAE71}" type="presOf" srcId="{9D922B1F-AB4E-4124-89F7-4539F0B6FEA6}" destId="{2D2E3E83-48D8-4DB0-94CB-80EBBF2FB9AF}" srcOrd="0" destOrd="0" presId="urn:microsoft.com/office/officeart/2005/8/layout/default"/>
    <dgm:cxn modelId="{8C15263E-CFA4-475F-8A95-FC0C62424526}" srcId="{D8527C1A-A3D7-4AA7-B7F1-27A1A8560EDC}" destId="{FC83288C-7147-4D24-9B83-5F54EE7D925F}" srcOrd="3" destOrd="0" parTransId="{C5D330B6-9F57-4444-B367-164D20345222}" sibTransId="{4CA59D0E-9875-4BAC-A8C4-7BF6FDA52DB3}"/>
    <dgm:cxn modelId="{0134F45B-EB87-439A-8354-C2341D613F0A}" type="presOf" srcId="{FC83288C-7147-4D24-9B83-5F54EE7D925F}" destId="{066E3DA3-AFF8-427A-9224-7E4AAA9D1FE3}" srcOrd="0" destOrd="0" presId="urn:microsoft.com/office/officeart/2005/8/layout/default"/>
    <dgm:cxn modelId="{165B1A67-3F11-4DE7-98B5-928AB7740314}" type="presOf" srcId="{26D05E3E-6668-408E-AB45-871305B35E93}" destId="{4465BF8C-3208-4DB1-94F0-619D230059E6}" srcOrd="0" destOrd="0" presId="urn:microsoft.com/office/officeart/2005/8/layout/default"/>
    <dgm:cxn modelId="{17F4A349-77C9-475F-9939-4AB1D6ACA728}" type="presOf" srcId="{C71F2144-41E3-481A-8CE8-FD19BC72BC2B}" destId="{42388E51-FF26-4BE3-9149-CBB9E1A9E526}" srcOrd="0" destOrd="0" presId="urn:microsoft.com/office/officeart/2005/8/layout/default"/>
    <dgm:cxn modelId="{C6E9E751-061F-4C9E-B790-C7F6AA71173C}" type="presOf" srcId="{A2AF6550-7B5B-4312-B856-EAAF251CE95F}" destId="{1557ED07-5A14-4AA4-B543-054AEDCDCFB9}" srcOrd="0" destOrd="0" presId="urn:microsoft.com/office/officeart/2005/8/layout/default"/>
    <dgm:cxn modelId="{39BB4854-A393-41F6-9F4A-7B18226993AC}" srcId="{D8527C1A-A3D7-4AA7-B7F1-27A1A8560EDC}" destId="{A2AF6550-7B5B-4312-B856-EAAF251CE95F}" srcOrd="1" destOrd="0" parTransId="{D72DADF6-EF68-4477-A140-8420B6836868}" sibTransId="{EB6B67FF-37A0-4B30-A3B7-8B59E30FFA7C}"/>
    <dgm:cxn modelId="{4494B576-0BDF-4C94-A308-F8D3639B36C2}" srcId="{D8527C1A-A3D7-4AA7-B7F1-27A1A8560EDC}" destId="{26D05E3E-6668-408E-AB45-871305B35E93}" srcOrd="2" destOrd="0" parTransId="{6DDC71BB-5B43-4969-B91B-73AC3215F04D}" sibTransId="{C95C83F8-DFE0-4D5A-AAD3-BE10FCF26612}"/>
    <dgm:cxn modelId="{48724B57-8A27-41C1-AA8A-2BD5D6212C22}" srcId="{D8527C1A-A3D7-4AA7-B7F1-27A1A8560EDC}" destId="{3A44D887-FF21-4A22-BEBB-2E32386ABF12}" srcOrd="4" destOrd="0" parTransId="{D20F8990-F1CD-4DFE-A7DF-6AB53DD78B2B}" sibTransId="{1B02E0F6-2CDC-4995-AB13-6F5779C9F7FF}"/>
    <dgm:cxn modelId="{17195682-16E3-4FF9-A718-17F2D2FCD25D}" srcId="{D8527C1A-A3D7-4AA7-B7F1-27A1A8560EDC}" destId="{C71F2144-41E3-481A-8CE8-FD19BC72BC2B}" srcOrd="5" destOrd="0" parTransId="{01937778-AA99-48C3-8ED0-AF5D2EBC8749}" sibTransId="{F80E595B-395F-40FE-9F51-4AC5FD76BC76}"/>
    <dgm:cxn modelId="{4F8A4DA9-1676-47C5-8E28-41B0F445CFCA}" type="presOf" srcId="{D8527C1A-A3D7-4AA7-B7F1-27A1A8560EDC}" destId="{14DA139B-AE7F-4755-A099-43B77947D169}" srcOrd="0" destOrd="0" presId="urn:microsoft.com/office/officeart/2005/8/layout/default"/>
    <dgm:cxn modelId="{669B9AC6-BD63-42D6-BA17-0EE975680931}" type="presOf" srcId="{3A44D887-FF21-4A22-BEBB-2E32386ABF12}" destId="{2EF1B3A3-AC46-48BF-84AC-00F21ED3D4CA}" srcOrd="0" destOrd="0" presId="urn:microsoft.com/office/officeart/2005/8/layout/default"/>
    <dgm:cxn modelId="{69CDF7D2-2665-49F3-B7F4-36107D3D989B}" srcId="{D8527C1A-A3D7-4AA7-B7F1-27A1A8560EDC}" destId="{9D922B1F-AB4E-4124-89F7-4539F0B6FEA6}" srcOrd="0" destOrd="0" parTransId="{08EE7850-A7C9-4606-9757-F1392FED67EF}" sibTransId="{50EA1A29-DFFF-45C8-8B23-8851EAEFE5E5}"/>
    <dgm:cxn modelId="{79554639-2B5D-4C41-8F8F-24550E90E55C}" type="presParOf" srcId="{14DA139B-AE7F-4755-A099-43B77947D169}" destId="{2D2E3E83-48D8-4DB0-94CB-80EBBF2FB9AF}" srcOrd="0" destOrd="0" presId="urn:microsoft.com/office/officeart/2005/8/layout/default"/>
    <dgm:cxn modelId="{6D6582DB-4D7D-4455-AD48-130B197DA35B}" type="presParOf" srcId="{14DA139B-AE7F-4755-A099-43B77947D169}" destId="{28474134-7B29-4EB0-98FE-EA582A8D18E7}" srcOrd="1" destOrd="0" presId="urn:microsoft.com/office/officeart/2005/8/layout/default"/>
    <dgm:cxn modelId="{1E4737E4-0345-419F-AA9C-D64C3BC48DED}" type="presParOf" srcId="{14DA139B-AE7F-4755-A099-43B77947D169}" destId="{1557ED07-5A14-4AA4-B543-054AEDCDCFB9}" srcOrd="2" destOrd="0" presId="urn:microsoft.com/office/officeart/2005/8/layout/default"/>
    <dgm:cxn modelId="{30442191-53DF-4392-8074-7FD2FE422387}" type="presParOf" srcId="{14DA139B-AE7F-4755-A099-43B77947D169}" destId="{04CC7871-80CE-4B94-8304-ECB5C8EAB965}" srcOrd="3" destOrd="0" presId="urn:microsoft.com/office/officeart/2005/8/layout/default"/>
    <dgm:cxn modelId="{37A9AD1B-E395-439C-BA86-FE29ED632517}" type="presParOf" srcId="{14DA139B-AE7F-4755-A099-43B77947D169}" destId="{4465BF8C-3208-4DB1-94F0-619D230059E6}" srcOrd="4" destOrd="0" presId="urn:microsoft.com/office/officeart/2005/8/layout/default"/>
    <dgm:cxn modelId="{E6180273-CE84-4436-9507-C86A65178A7D}" type="presParOf" srcId="{14DA139B-AE7F-4755-A099-43B77947D169}" destId="{C8D09313-8D0C-49C2-9B73-77E57F29C225}" srcOrd="5" destOrd="0" presId="urn:microsoft.com/office/officeart/2005/8/layout/default"/>
    <dgm:cxn modelId="{276B0713-6BA9-453A-9837-8A37F2CCD76A}" type="presParOf" srcId="{14DA139B-AE7F-4755-A099-43B77947D169}" destId="{066E3DA3-AFF8-427A-9224-7E4AAA9D1FE3}" srcOrd="6" destOrd="0" presId="urn:microsoft.com/office/officeart/2005/8/layout/default"/>
    <dgm:cxn modelId="{557FD045-BDCB-4386-8361-324E7332A447}" type="presParOf" srcId="{14DA139B-AE7F-4755-A099-43B77947D169}" destId="{DDC2625C-2417-42EA-9AA1-3759F3214E6A}" srcOrd="7" destOrd="0" presId="urn:microsoft.com/office/officeart/2005/8/layout/default"/>
    <dgm:cxn modelId="{02DDFF8F-9BEF-4E76-86F7-6347CE582A80}" type="presParOf" srcId="{14DA139B-AE7F-4755-A099-43B77947D169}" destId="{2EF1B3A3-AC46-48BF-84AC-00F21ED3D4CA}" srcOrd="8" destOrd="0" presId="urn:microsoft.com/office/officeart/2005/8/layout/default"/>
    <dgm:cxn modelId="{2B88524E-3F0C-4499-91F7-E22A46DCEF8C}" type="presParOf" srcId="{14DA139B-AE7F-4755-A099-43B77947D169}" destId="{61B90EE8-F4B2-4F11-BA45-522AB3902F96}" srcOrd="9" destOrd="0" presId="urn:microsoft.com/office/officeart/2005/8/layout/default"/>
    <dgm:cxn modelId="{DD4AF711-3A11-46DE-99A1-3AC2339196B0}" type="presParOf" srcId="{14DA139B-AE7F-4755-A099-43B77947D169}" destId="{42388E51-FF26-4BE3-9149-CBB9E1A9E526}"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86C98-0D30-4C90-9DC6-BB6801127915}">
      <dsp:nvSpPr>
        <dsp:cNvPr id="0" name=""/>
        <dsp:cNvSpPr/>
      </dsp:nvSpPr>
      <dsp:spPr>
        <a:xfrm>
          <a:off x="149936" y="238212"/>
          <a:ext cx="3853341" cy="1204169"/>
        </a:xfrm>
        <a:prstGeom prst="rect">
          <a:avLst/>
        </a:prstGeom>
        <a:solidFill>
          <a:schemeClr val="lt1"/>
        </a:solidFill>
        <a:ln w="12700" cap="flat" cmpd="sng" algn="ctr">
          <a:solidFill>
            <a:schemeClr val="accent1">
              <a:lumMod val="50000"/>
            </a:schemeClr>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815624"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1" kern="1200" dirty="0">
              <a:latin typeface="Georgia" panose="02040502050405020303" pitchFamily="18" charset="0"/>
            </a:rPr>
            <a:t>Data set</a:t>
          </a:r>
        </a:p>
        <a:p>
          <a:pPr marL="0" lvl="0" indent="0" algn="l" defTabSz="666750">
            <a:lnSpc>
              <a:spcPct val="90000"/>
            </a:lnSpc>
            <a:spcBef>
              <a:spcPct val="0"/>
            </a:spcBef>
            <a:spcAft>
              <a:spcPct val="35000"/>
            </a:spcAft>
            <a:buNone/>
          </a:pPr>
          <a:r>
            <a:rPr lang="en-US" sz="1200" kern="1200" dirty="0">
              <a:latin typeface="Georgia" panose="02040502050405020303" pitchFamily="18" charset="0"/>
            </a:rPr>
            <a:t>Subject Matter – E-commerce</a:t>
          </a:r>
        </a:p>
        <a:p>
          <a:pPr marL="114300" lvl="1" indent="-114300" algn="l" defTabSz="533400">
            <a:lnSpc>
              <a:spcPct val="90000"/>
            </a:lnSpc>
            <a:spcBef>
              <a:spcPct val="0"/>
            </a:spcBef>
            <a:spcAft>
              <a:spcPct val="15000"/>
            </a:spcAft>
            <a:buChar char="•"/>
          </a:pPr>
          <a:r>
            <a:rPr lang="en-US" sz="1200" kern="1200" dirty="0">
              <a:latin typeface="Georgia" panose="02040502050405020303" pitchFamily="18" charset="0"/>
            </a:rPr>
            <a:t>107 original records</a:t>
          </a:r>
          <a:endParaRPr lang="en-IN" sz="1200" kern="1200" dirty="0">
            <a:latin typeface="Georgia" panose="02040502050405020303" pitchFamily="18" charset="0"/>
          </a:endParaRPr>
        </a:p>
        <a:p>
          <a:pPr marL="114300" lvl="1" indent="-114300" algn="l" defTabSz="533400">
            <a:lnSpc>
              <a:spcPct val="90000"/>
            </a:lnSpc>
            <a:spcBef>
              <a:spcPct val="0"/>
            </a:spcBef>
            <a:spcAft>
              <a:spcPct val="15000"/>
            </a:spcAft>
            <a:buChar char="•"/>
          </a:pPr>
          <a:r>
            <a:rPr lang="en-US" sz="1200" kern="1200" dirty="0">
              <a:latin typeface="Georgia" panose="02040502050405020303" pitchFamily="18" charset="0"/>
            </a:rPr>
            <a:t>11 columns</a:t>
          </a:r>
          <a:endParaRPr lang="en-IN" sz="1200" kern="1200" dirty="0">
            <a:latin typeface="Georgia" panose="02040502050405020303" pitchFamily="18" charset="0"/>
          </a:endParaRPr>
        </a:p>
      </dsp:txBody>
      <dsp:txXfrm>
        <a:off x="149936" y="238212"/>
        <a:ext cx="3853341" cy="1204169"/>
      </dsp:txXfrm>
    </dsp:sp>
    <dsp:sp modelId="{C9D94EBB-8207-4573-9D79-33954DDA383A}">
      <dsp:nvSpPr>
        <dsp:cNvPr id="0" name=""/>
        <dsp:cNvSpPr/>
      </dsp:nvSpPr>
      <dsp:spPr>
        <a:xfrm>
          <a:off x="4" y="370817"/>
          <a:ext cx="709349" cy="912425"/>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l="-14000" r="-14000"/>
          </a:stretch>
        </a:blipFill>
        <a:ln w="12700" cap="flat" cmpd="sng" algn="ctr">
          <a:noFill/>
          <a:prstDash val="solid"/>
          <a:miter lim="800000"/>
        </a:ln>
        <a:effectLst/>
      </dsp:spPr>
      <dsp:style>
        <a:lnRef idx="2">
          <a:schemeClr val="accent1"/>
        </a:lnRef>
        <a:fillRef idx="1">
          <a:schemeClr val="lt1"/>
        </a:fillRef>
        <a:effectRef idx="0">
          <a:schemeClr val="accent1"/>
        </a:effectRef>
        <a:fontRef idx="minor">
          <a:schemeClr val="dk1"/>
        </a:fontRef>
      </dsp:style>
    </dsp:sp>
    <dsp:sp modelId="{16C7DFB6-55F0-4254-A533-432C36F080A8}">
      <dsp:nvSpPr>
        <dsp:cNvPr id="0" name=""/>
        <dsp:cNvSpPr/>
      </dsp:nvSpPr>
      <dsp:spPr>
        <a:xfrm>
          <a:off x="160555" y="1995322"/>
          <a:ext cx="3853341" cy="1204169"/>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815624" tIns="57150" rIns="57150" bIns="57150" numCol="1" spcCol="1270" anchor="t" anchorCtr="0">
          <a:noAutofit/>
        </a:bodyPr>
        <a:lstStyle/>
        <a:p>
          <a:pPr marL="0" lvl="0" indent="0" algn="l" defTabSz="666750">
            <a:lnSpc>
              <a:spcPct val="90000"/>
            </a:lnSpc>
            <a:spcBef>
              <a:spcPct val="0"/>
            </a:spcBef>
            <a:spcAft>
              <a:spcPct val="35000"/>
            </a:spcAft>
            <a:buNone/>
          </a:pPr>
          <a:r>
            <a:rPr lang="en-US" sz="1500" i="1" kern="1200" dirty="0">
              <a:latin typeface="Georgia" panose="02040502050405020303" pitchFamily="18" charset="0"/>
            </a:rPr>
            <a:t>Business Focus</a:t>
          </a:r>
        </a:p>
        <a:p>
          <a:pPr marL="57150" lvl="1" indent="-57150" algn="l" defTabSz="444500">
            <a:lnSpc>
              <a:spcPct val="90000"/>
            </a:lnSpc>
            <a:spcBef>
              <a:spcPct val="0"/>
            </a:spcBef>
            <a:spcAft>
              <a:spcPct val="15000"/>
            </a:spcAft>
            <a:buChar char="•"/>
          </a:pPr>
          <a:r>
            <a:rPr lang="en-US" sz="1000" kern="1200" dirty="0">
              <a:latin typeface="Georgia" panose="02040502050405020303" pitchFamily="18" charset="0"/>
            </a:rPr>
            <a:t>Sales</a:t>
          </a:r>
          <a:endParaRPr lang="en-IN" sz="1000" kern="1200" dirty="0">
            <a:latin typeface="Georgia" panose="02040502050405020303" pitchFamily="18" charset="0"/>
          </a:endParaRPr>
        </a:p>
        <a:p>
          <a:pPr marL="57150" lvl="1" indent="-57150" algn="l" defTabSz="444500">
            <a:lnSpc>
              <a:spcPct val="90000"/>
            </a:lnSpc>
            <a:spcBef>
              <a:spcPct val="0"/>
            </a:spcBef>
            <a:spcAft>
              <a:spcPct val="15000"/>
            </a:spcAft>
            <a:buChar char="•"/>
          </a:pPr>
          <a:r>
            <a:rPr lang="en-US" sz="1000" kern="1200" dirty="0">
              <a:latin typeface="Georgia" panose="02040502050405020303" pitchFamily="18" charset="0"/>
            </a:rPr>
            <a:t>Profit</a:t>
          </a:r>
          <a:endParaRPr lang="en-IN" sz="1000" kern="1200" dirty="0">
            <a:latin typeface="Georgia" panose="02040502050405020303" pitchFamily="18" charset="0"/>
          </a:endParaRPr>
        </a:p>
        <a:p>
          <a:pPr marL="57150" lvl="1" indent="-57150" algn="l" defTabSz="444500">
            <a:lnSpc>
              <a:spcPct val="90000"/>
            </a:lnSpc>
            <a:spcBef>
              <a:spcPct val="0"/>
            </a:spcBef>
            <a:spcAft>
              <a:spcPct val="15000"/>
            </a:spcAft>
            <a:buChar char="•"/>
          </a:pPr>
          <a:r>
            <a:rPr lang="en-US" sz="1000" kern="1200" dirty="0">
              <a:latin typeface="Georgia" panose="02040502050405020303" pitchFamily="18" charset="0"/>
            </a:rPr>
            <a:t>Products</a:t>
          </a:r>
          <a:endParaRPr lang="en-IN" sz="1000" kern="1200" dirty="0">
            <a:latin typeface="Georgia" panose="02040502050405020303" pitchFamily="18" charset="0"/>
          </a:endParaRPr>
        </a:p>
        <a:p>
          <a:pPr marL="57150" lvl="1" indent="-57150" algn="l" defTabSz="444500">
            <a:lnSpc>
              <a:spcPct val="90000"/>
            </a:lnSpc>
            <a:spcBef>
              <a:spcPct val="0"/>
            </a:spcBef>
            <a:spcAft>
              <a:spcPct val="15000"/>
            </a:spcAft>
            <a:buChar char="•"/>
          </a:pPr>
          <a:r>
            <a:rPr lang="en-US" sz="1000" kern="1200" dirty="0">
              <a:latin typeface="Georgia" panose="02040502050405020303" pitchFamily="18" charset="0"/>
            </a:rPr>
            <a:t>Regions</a:t>
          </a:r>
          <a:endParaRPr lang="en-IN" sz="1000" kern="1200" dirty="0">
            <a:latin typeface="Georgia" panose="02040502050405020303" pitchFamily="18" charset="0"/>
          </a:endParaRPr>
        </a:p>
        <a:p>
          <a:pPr marL="57150" lvl="1" indent="-57150" algn="l" defTabSz="444500">
            <a:lnSpc>
              <a:spcPct val="90000"/>
            </a:lnSpc>
            <a:spcBef>
              <a:spcPct val="0"/>
            </a:spcBef>
            <a:spcAft>
              <a:spcPct val="15000"/>
            </a:spcAft>
            <a:buChar char="•"/>
          </a:pPr>
          <a:r>
            <a:rPr lang="en-US" sz="1000" kern="1200" dirty="0">
              <a:latin typeface="Georgia" panose="02040502050405020303" pitchFamily="18" charset="0"/>
            </a:rPr>
            <a:t>Customer Ratings</a:t>
          </a:r>
          <a:endParaRPr lang="en-IN" sz="1000" kern="1200" dirty="0">
            <a:latin typeface="Georgia" panose="02040502050405020303" pitchFamily="18" charset="0"/>
          </a:endParaRPr>
        </a:p>
      </dsp:txBody>
      <dsp:txXfrm>
        <a:off x="160555" y="1995322"/>
        <a:ext cx="3853341" cy="1204169"/>
      </dsp:txXfrm>
    </dsp:sp>
    <dsp:sp modelId="{B1D415E6-D169-4C70-A27A-9695653B099C}">
      <dsp:nvSpPr>
        <dsp:cNvPr id="0" name=""/>
        <dsp:cNvSpPr/>
      </dsp:nvSpPr>
      <dsp:spPr>
        <a:xfrm>
          <a:off x="996" y="1998620"/>
          <a:ext cx="729217" cy="1035955"/>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l="-25000" r="-25000"/>
          </a:stretch>
        </a:blipFill>
        <a:ln>
          <a:noFill/>
        </a:ln>
        <a:effectLst/>
      </dsp:spPr>
      <dsp:style>
        <a:lnRef idx="0">
          <a:scrgbClr r="0" g="0" b="0"/>
        </a:lnRef>
        <a:fillRef idx="1">
          <a:scrgbClr r="0" g="0" b="0"/>
        </a:fillRef>
        <a:effectRef idx="2">
          <a:scrgbClr r="0" g="0" b="0"/>
        </a:effectRef>
        <a:fontRef idx="minor"/>
      </dsp:style>
    </dsp:sp>
    <dsp:sp modelId="{88988EF7-0C0D-4194-AD14-416970812C12}">
      <dsp:nvSpPr>
        <dsp:cNvPr id="0" name=""/>
        <dsp:cNvSpPr/>
      </dsp:nvSpPr>
      <dsp:spPr>
        <a:xfrm>
          <a:off x="160543" y="3701931"/>
          <a:ext cx="3853341" cy="1204169"/>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815624" tIns="57150" rIns="57150" bIns="57150" numCol="1" spcCol="1270" anchor="t" anchorCtr="0">
          <a:noAutofit/>
        </a:bodyPr>
        <a:lstStyle/>
        <a:p>
          <a:pPr marL="0" lvl="0" indent="0" algn="l" defTabSz="666750">
            <a:lnSpc>
              <a:spcPct val="90000"/>
            </a:lnSpc>
            <a:spcBef>
              <a:spcPct val="0"/>
            </a:spcBef>
            <a:spcAft>
              <a:spcPct val="35000"/>
            </a:spcAft>
            <a:buNone/>
          </a:pPr>
          <a:r>
            <a:rPr lang="en-US" sz="1500" i="1" kern="1200" dirty="0">
              <a:latin typeface="Georgia" panose="02040502050405020303" pitchFamily="18" charset="0"/>
            </a:rPr>
            <a:t>Project Goal</a:t>
          </a:r>
        </a:p>
        <a:p>
          <a:pPr marL="57150" lvl="1" indent="-57150" algn="l" defTabSz="488950">
            <a:lnSpc>
              <a:spcPct val="90000"/>
            </a:lnSpc>
            <a:spcBef>
              <a:spcPct val="0"/>
            </a:spcBef>
            <a:spcAft>
              <a:spcPct val="15000"/>
            </a:spcAft>
            <a:buChar char="•"/>
          </a:pPr>
          <a:r>
            <a:rPr lang="en-IN" sz="1100" kern="1200" dirty="0">
              <a:latin typeface="Georgia" panose="02040502050405020303" pitchFamily="18" charset="0"/>
            </a:rPr>
            <a:t>Find patterns and trends</a:t>
          </a:r>
        </a:p>
        <a:p>
          <a:pPr marL="57150" lvl="1" indent="-57150" algn="l" defTabSz="488950">
            <a:lnSpc>
              <a:spcPct val="90000"/>
            </a:lnSpc>
            <a:spcBef>
              <a:spcPct val="0"/>
            </a:spcBef>
            <a:spcAft>
              <a:spcPct val="15000"/>
            </a:spcAft>
            <a:buChar char="•"/>
          </a:pPr>
          <a:r>
            <a:rPr lang="en-IN" sz="1100" kern="1200" dirty="0">
              <a:latin typeface="Georgia" panose="02040502050405020303" pitchFamily="18" charset="0"/>
            </a:rPr>
            <a:t>Provide business insights</a:t>
          </a:r>
        </a:p>
        <a:p>
          <a:pPr marL="57150" lvl="1" indent="-57150" algn="l" defTabSz="488950">
            <a:lnSpc>
              <a:spcPct val="90000"/>
            </a:lnSpc>
            <a:spcBef>
              <a:spcPct val="0"/>
            </a:spcBef>
            <a:spcAft>
              <a:spcPct val="15000"/>
            </a:spcAft>
            <a:buChar char="•"/>
          </a:pPr>
          <a:r>
            <a:rPr lang="en-US" sz="1100" kern="1200" dirty="0">
              <a:latin typeface="Georgia" panose="02040502050405020303" pitchFamily="18" charset="0"/>
            </a:rPr>
            <a:t>Produce Business recommendations</a:t>
          </a:r>
          <a:endParaRPr lang="en-IN" sz="1100" kern="1200" dirty="0">
            <a:latin typeface="Georgia" panose="02040502050405020303" pitchFamily="18" charset="0"/>
          </a:endParaRPr>
        </a:p>
        <a:p>
          <a:pPr marL="114300" lvl="1" indent="-114300" algn="l" defTabSz="533400">
            <a:lnSpc>
              <a:spcPct val="90000"/>
            </a:lnSpc>
            <a:spcBef>
              <a:spcPct val="0"/>
            </a:spcBef>
            <a:spcAft>
              <a:spcPct val="15000"/>
            </a:spcAft>
            <a:buChar char="•"/>
          </a:pPr>
          <a:endParaRPr lang="en-IN" sz="1200" kern="1200" dirty="0">
            <a:latin typeface="Georgia" panose="02040502050405020303" pitchFamily="18" charset="0"/>
          </a:endParaRPr>
        </a:p>
      </dsp:txBody>
      <dsp:txXfrm>
        <a:off x="160543" y="3701931"/>
        <a:ext cx="3853341" cy="1204169"/>
      </dsp:txXfrm>
    </dsp:sp>
    <dsp:sp modelId="{B367D617-1D55-4FCD-B2C4-27192C4B2712}">
      <dsp:nvSpPr>
        <dsp:cNvPr id="0" name=""/>
        <dsp:cNvSpPr/>
      </dsp:nvSpPr>
      <dsp:spPr>
        <a:xfrm>
          <a:off x="45717" y="3810331"/>
          <a:ext cx="782911" cy="862634"/>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l="-25000" r="-25000"/>
          </a:stretch>
        </a:blipFill>
        <a:ln>
          <a:noFill/>
        </a:ln>
        <a:effectLst/>
      </dsp:spPr>
      <dsp:style>
        <a:lnRef idx="0">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FBC153-4B77-476B-A960-EE1DF4A4A602}">
      <dsp:nvSpPr>
        <dsp:cNvPr id="0" name=""/>
        <dsp:cNvSpPr/>
      </dsp:nvSpPr>
      <dsp:spPr>
        <a:xfrm>
          <a:off x="-5671958" y="-818752"/>
          <a:ext cx="6754146" cy="6754146"/>
        </a:xfrm>
        <a:prstGeom prst="blockArc">
          <a:avLst>
            <a:gd name="adj1" fmla="val 18900000"/>
            <a:gd name="adj2" fmla="val 2700000"/>
            <a:gd name="adj3" fmla="val 320"/>
          </a:avLst>
        </a:prstGeom>
        <a:noFill/>
        <a:ln w="6350" cap="flat" cmpd="sng" algn="ctr">
          <a:solidFill>
            <a:schemeClr val="accent1">
              <a:tint val="9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16701535-45A3-4658-9C7F-A0FBE07D8821}">
      <dsp:nvSpPr>
        <dsp:cNvPr id="0" name=""/>
        <dsp:cNvSpPr/>
      </dsp:nvSpPr>
      <dsp:spPr>
        <a:xfrm>
          <a:off x="604973" y="545521"/>
          <a:ext cx="3248246" cy="1003474"/>
        </a:xfrm>
        <a:prstGeom prst="rect">
          <a:avLst/>
        </a:prstGeom>
        <a:solidFill>
          <a:schemeClr val="lt1"/>
        </a:solidFill>
        <a:ln w="12700" cap="flat" cmpd="sng" algn="ctr">
          <a:solidFill>
            <a:schemeClr val="accent1">
              <a:lumMod val="50000"/>
            </a:schemeClr>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796508" tIns="30480" rIns="30480" bIns="30480" numCol="1" spcCol="1270" anchor="ctr" anchorCtr="0">
          <a:noAutofit/>
        </a:bodyPr>
        <a:lstStyle/>
        <a:p>
          <a:pPr marL="0" lvl="0" indent="0" algn="l" defTabSz="533400">
            <a:lnSpc>
              <a:spcPct val="90000"/>
            </a:lnSpc>
            <a:spcBef>
              <a:spcPct val="0"/>
            </a:spcBef>
            <a:spcAft>
              <a:spcPct val="35000"/>
            </a:spcAft>
            <a:buNone/>
          </a:pPr>
          <a:r>
            <a:rPr lang="en-US" sz="1200" kern="1200" dirty="0">
              <a:latin typeface="Georgia" panose="02040502050405020303" pitchFamily="18" charset="0"/>
            </a:rPr>
            <a:t>Inspect</a:t>
          </a:r>
        </a:p>
        <a:p>
          <a:pPr marL="0" lvl="0" indent="0" algn="l" defTabSz="533400">
            <a:lnSpc>
              <a:spcPct val="90000"/>
            </a:lnSpc>
            <a:spcBef>
              <a:spcPct val="0"/>
            </a:spcBef>
            <a:spcAft>
              <a:spcPct val="35000"/>
            </a:spcAft>
            <a:buNone/>
          </a:pPr>
          <a:endParaRPr lang="en-US" sz="1400" kern="1200" dirty="0">
            <a:latin typeface="Georgia" panose="02040502050405020303" pitchFamily="18" charset="0"/>
          </a:endParaRPr>
        </a:p>
        <a:p>
          <a:pPr marL="0" lvl="0" indent="0" algn="l" defTabSz="533400">
            <a:lnSpc>
              <a:spcPct val="90000"/>
            </a:lnSpc>
            <a:spcBef>
              <a:spcPct val="0"/>
            </a:spcBef>
            <a:spcAft>
              <a:spcPct val="35000"/>
            </a:spcAft>
            <a:buNone/>
          </a:pPr>
          <a:endParaRPr lang="en-US" sz="1400" kern="1200" dirty="0">
            <a:latin typeface="Georgia" panose="02040502050405020303" pitchFamily="18" charset="0"/>
          </a:endParaRPr>
        </a:p>
        <a:p>
          <a:pPr marL="0" lvl="0" indent="0" algn="l" defTabSz="533400">
            <a:lnSpc>
              <a:spcPct val="90000"/>
            </a:lnSpc>
            <a:spcBef>
              <a:spcPct val="0"/>
            </a:spcBef>
            <a:spcAft>
              <a:spcPct val="35000"/>
            </a:spcAft>
            <a:buNone/>
          </a:pPr>
          <a:r>
            <a:rPr lang="en-US" sz="1400" kern="1200" dirty="0">
              <a:latin typeface="Georgia" panose="02040502050405020303" pitchFamily="18" charset="0"/>
            </a:rPr>
            <a:t>The data was checked for missing values, variations in column names, and others</a:t>
          </a:r>
        </a:p>
        <a:p>
          <a:pPr marL="0" lvl="0" indent="0" algn="l" defTabSz="533400">
            <a:lnSpc>
              <a:spcPct val="90000"/>
            </a:lnSpc>
            <a:spcBef>
              <a:spcPct val="0"/>
            </a:spcBef>
            <a:spcAft>
              <a:spcPct val="35000"/>
            </a:spcAft>
            <a:buNone/>
          </a:pPr>
          <a:endParaRPr lang="en-US" sz="1200" kern="1200" dirty="0">
            <a:latin typeface="Georgia" panose="02040502050405020303" pitchFamily="18" charset="0"/>
          </a:endParaRPr>
        </a:p>
        <a:p>
          <a:pPr marL="0" lvl="0" indent="0" algn="l" defTabSz="533400">
            <a:lnSpc>
              <a:spcPct val="90000"/>
            </a:lnSpc>
            <a:spcBef>
              <a:spcPct val="0"/>
            </a:spcBef>
            <a:spcAft>
              <a:spcPct val="35000"/>
            </a:spcAft>
            <a:buNone/>
          </a:pPr>
          <a:endParaRPr lang="en-US" sz="1200" kern="1200" dirty="0">
            <a:latin typeface="Georgia" panose="02040502050405020303" pitchFamily="18" charset="0"/>
          </a:endParaRPr>
        </a:p>
        <a:p>
          <a:pPr marL="0" lvl="0" indent="0" algn="l" defTabSz="533400">
            <a:lnSpc>
              <a:spcPct val="90000"/>
            </a:lnSpc>
            <a:spcBef>
              <a:spcPct val="0"/>
            </a:spcBef>
            <a:spcAft>
              <a:spcPct val="35000"/>
            </a:spcAft>
            <a:buNone/>
          </a:pPr>
          <a:endParaRPr lang="en-US" sz="1200" kern="1200" dirty="0">
            <a:latin typeface="Georgia" panose="02040502050405020303" pitchFamily="18" charset="0"/>
          </a:endParaRPr>
        </a:p>
      </dsp:txBody>
      <dsp:txXfrm>
        <a:off x="604973" y="545521"/>
        <a:ext cx="3248246" cy="1003474"/>
      </dsp:txXfrm>
    </dsp:sp>
    <dsp:sp modelId="{AEBDDC95-99E2-4735-BCAA-6DB79879194A}">
      <dsp:nvSpPr>
        <dsp:cNvPr id="0" name=""/>
        <dsp:cNvSpPr/>
      </dsp:nvSpPr>
      <dsp:spPr>
        <a:xfrm>
          <a:off x="69239" y="425937"/>
          <a:ext cx="1254342" cy="1254342"/>
        </a:xfrm>
        <a:prstGeom prst="ellipse">
          <a:avLst/>
        </a:prstGeom>
        <a:solidFill>
          <a:schemeClr val="lt1">
            <a:hueOff val="0"/>
            <a:satOff val="0"/>
            <a:lumOff val="0"/>
            <a:alphaOff val="0"/>
          </a:schemeClr>
        </a:solidFill>
        <a:ln w="6350" cap="flat" cmpd="sng" algn="ctr">
          <a:solidFill>
            <a:schemeClr val="accent1">
              <a:shade val="5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3A8A210-C42B-4E0B-ABFA-DC0013B181FD}">
      <dsp:nvSpPr>
        <dsp:cNvPr id="0" name=""/>
        <dsp:cNvSpPr/>
      </dsp:nvSpPr>
      <dsp:spPr>
        <a:xfrm>
          <a:off x="1024467" y="2056583"/>
          <a:ext cx="2883483" cy="1003474"/>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796508" tIns="30480" rIns="30480" bIns="30480" numCol="1" spcCol="1270" anchor="ctr" anchorCtr="0">
          <a:noAutofit/>
        </a:bodyPr>
        <a:lstStyle/>
        <a:p>
          <a:pPr marL="0" lvl="0" indent="0" algn="l" defTabSz="533400">
            <a:lnSpc>
              <a:spcPct val="90000"/>
            </a:lnSpc>
            <a:spcBef>
              <a:spcPct val="0"/>
            </a:spcBef>
            <a:spcAft>
              <a:spcPct val="35000"/>
            </a:spcAft>
            <a:buNone/>
          </a:pPr>
          <a:r>
            <a:rPr lang="en-US" sz="1200" b="0" kern="1200" dirty="0">
              <a:solidFill>
                <a:schemeClr val="bg1"/>
              </a:solidFill>
              <a:latin typeface="Georgia" panose="02040502050405020303" pitchFamily="18" charset="0"/>
            </a:rPr>
            <a:t>Filled missing Quantity and Customer Rating with medians; derived missing Sales from Quantity × Unit Price.</a:t>
          </a:r>
          <a:endParaRPr lang="en-US" sz="1200" i="1" kern="1200" dirty="0">
            <a:solidFill>
              <a:schemeClr val="bg1"/>
            </a:solidFill>
            <a:latin typeface="Georgia" panose="02040502050405020303" pitchFamily="18" charset="0"/>
          </a:endParaRPr>
        </a:p>
      </dsp:txBody>
      <dsp:txXfrm>
        <a:off x="1024467" y="2056583"/>
        <a:ext cx="2883483" cy="1003474"/>
      </dsp:txXfrm>
    </dsp:sp>
    <dsp:sp modelId="{A43F6FEF-EB51-4EB2-B19C-6423F5860D5E}">
      <dsp:nvSpPr>
        <dsp:cNvPr id="0" name=""/>
        <dsp:cNvSpPr/>
      </dsp:nvSpPr>
      <dsp:spPr>
        <a:xfrm>
          <a:off x="434002" y="1931149"/>
          <a:ext cx="1254342" cy="1254342"/>
        </a:xfrm>
        <a:prstGeom prst="ellipse">
          <a:avLst/>
        </a:prstGeom>
        <a:solidFill>
          <a:schemeClr val="lt1">
            <a:hueOff val="0"/>
            <a:satOff val="0"/>
            <a:lumOff val="0"/>
            <a:alphaOff val="0"/>
          </a:schemeClr>
        </a:solidFill>
        <a:ln w="6350" cap="flat" cmpd="sng" algn="ctr">
          <a:solidFill>
            <a:schemeClr val="accent1">
              <a:shade val="50000"/>
              <a:hueOff val="162642"/>
              <a:satOff val="-2712"/>
              <a:lumOff val="27957"/>
              <a:alphaOff val="0"/>
            </a:schemeClr>
          </a:solidFill>
          <a:prstDash val="solid"/>
          <a:miter lim="800000"/>
        </a:ln>
        <a:effectLst/>
      </dsp:spPr>
      <dsp:style>
        <a:lnRef idx="1">
          <a:scrgbClr r="0" g="0" b="0"/>
        </a:lnRef>
        <a:fillRef idx="1">
          <a:scrgbClr r="0" g="0" b="0"/>
        </a:fillRef>
        <a:effectRef idx="0">
          <a:scrgbClr r="0" g="0" b="0"/>
        </a:effectRef>
        <a:fontRef idx="minor"/>
      </dsp:style>
    </dsp:sp>
    <dsp:sp modelId="{60914928-2FAD-466F-B2E8-BB06C2464CA9}">
      <dsp:nvSpPr>
        <dsp:cNvPr id="0" name=""/>
        <dsp:cNvSpPr/>
      </dsp:nvSpPr>
      <dsp:spPr>
        <a:xfrm>
          <a:off x="696411" y="3561794"/>
          <a:ext cx="3248246" cy="1003474"/>
        </a:xfrm>
        <a:prstGeom prst="rect">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796508" tIns="35560" rIns="35560" bIns="35560" numCol="1" spcCol="1270" anchor="b" anchorCtr="0">
          <a:noAutofit/>
        </a:bodyPr>
        <a:lstStyle/>
        <a:p>
          <a:pPr marL="0" lvl="0" indent="0" algn="l" defTabSz="622300">
            <a:lnSpc>
              <a:spcPct val="90000"/>
            </a:lnSpc>
            <a:spcBef>
              <a:spcPct val="0"/>
            </a:spcBef>
            <a:spcAft>
              <a:spcPct val="35000"/>
            </a:spcAft>
            <a:buNone/>
          </a:pPr>
          <a:r>
            <a:rPr lang="en-US" sz="1400" b="0" kern="1200" dirty="0">
              <a:solidFill>
                <a:schemeClr val="bg1"/>
              </a:solidFill>
              <a:latin typeface="Georgia" panose="02040502050405020303" pitchFamily="18" charset="0"/>
            </a:rPr>
            <a:t>Grouped summaries, correlation checks and IQR-based outlier investigation</a:t>
          </a:r>
          <a:endParaRPr lang="en-US" sz="1400" i="1" kern="1200" dirty="0">
            <a:solidFill>
              <a:schemeClr val="bg1"/>
            </a:solidFill>
            <a:latin typeface="Georgia" panose="02040502050405020303" pitchFamily="18" charset="0"/>
          </a:endParaRPr>
        </a:p>
        <a:p>
          <a:pPr marL="114300" lvl="1" indent="-114300" algn="l" defTabSz="533400">
            <a:lnSpc>
              <a:spcPct val="90000"/>
            </a:lnSpc>
            <a:spcBef>
              <a:spcPct val="0"/>
            </a:spcBef>
            <a:spcAft>
              <a:spcPct val="15000"/>
            </a:spcAft>
            <a:buChar char="•"/>
          </a:pPr>
          <a:endParaRPr lang="en-IN" sz="1200" kern="1200" dirty="0">
            <a:latin typeface="Georgia" panose="02040502050405020303" pitchFamily="18" charset="0"/>
          </a:endParaRPr>
        </a:p>
      </dsp:txBody>
      <dsp:txXfrm>
        <a:off x="696411" y="3561794"/>
        <a:ext cx="3248246" cy="1003474"/>
      </dsp:txXfrm>
    </dsp:sp>
    <dsp:sp modelId="{46531479-07C1-48EC-AE61-19306B89EF4A}">
      <dsp:nvSpPr>
        <dsp:cNvPr id="0" name=""/>
        <dsp:cNvSpPr/>
      </dsp:nvSpPr>
      <dsp:spPr>
        <a:xfrm>
          <a:off x="69239" y="3436360"/>
          <a:ext cx="1254342" cy="1254342"/>
        </a:xfrm>
        <a:prstGeom prst="ellipse">
          <a:avLst/>
        </a:prstGeom>
        <a:solidFill>
          <a:schemeClr val="lt1">
            <a:hueOff val="0"/>
            <a:satOff val="0"/>
            <a:lumOff val="0"/>
            <a:alphaOff val="0"/>
          </a:schemeClr>
        </a:solidFill>
        <a:ln w="6350" cap="flat" cmpd="sng" algn="ctr">
          <a:solidFill>
            <a:schemeClr val="accent1">
              <a:shade val="50000"/>
              <a:hueOff val="162642"/>
              <a:satOff val="-2712"/>
              <a:lumOff val="27957"/>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2E3E83-48D8-4DB0-94CB-80EBBF2FB9AF}">
      <dsp:nvSpPr>
        <dsp:cNvPr id="0" name=""/>
        <dsp:cNvSpPr/>
      </dsp:nvSpPr>
      <dsp:spPr>
        <a:xfrm>
          <a:off x="3483868" y="3174531"/>
          <a:ext cx="3262629" cy="195757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i="1" kern="1200" dirty="0">
              <a:effectLst>
                <a:outerShdw blurRad="38100" dist="38100" dir="2700000" algn="tl">
                  <a:srgbClr val="000000">
                    <a:alpha val="43137"/>
                  </a:srgbClr>
                </a:outerShdw>
              </a:effectLst>
              <a:latin typeface="Georgia" panose="02040502050405020303" pitchFamily="18" charset="0"/>
            </a:rPr>
            <a:t>Category</a:t>
          </a:r>
        </a:p>
        <a:p>
          <a:pPr marL="0" lvl="0" indent="0" algn="ctr" defTabSz="1066800">
            <a:lnSpc>
              <a:spcPct val="90000"/>
            </a:lnSpc>
            <a:spcBef>
              <a:spcPct val="0"/>
            </a:spcBef>
            <a:spcAft>
              <a:spcPct val="35000"/>
            </a:spcAft>
            <a:buNone/>
          </a:pPr>
          <a:r>
            <a:rPr lang="en-IN" sz="1900" kern="1200" dirty="0">
              <a:latin typeface="Georgia" panose="02040502050405020303" pitchFamily="18" charset="0"/>
            </a:rPr>
            <a:t>Electronics is the largest revenue generating category in the dataset</a:t>
          </a:r>
        </a:p>
      </dsp:txBody>
      <dsp:txXfrm>
        <a:off x="3483868" y="3174531"/>
        <a:ext cx="3262629" cy="1957578"/>
      </dsp:txXfrm>
    </dsp:sp>
    <dsp:sp modelId="{1557ED07-5A14-4AA4-B543-054AEDCDCFB9}">
      <dsp:nvSpPr>
        <dsp:cNvPr id="0" name=""/>
        <dsp:cNvSpPr/>
      </dsp:nvSpPr>
      <dsp:spPr>
        <a:xfrm>
          <a:off x="0" y="3201311"/>
          <a:ext cx="3262629" cy="195757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i="1" kern="1200" dirty="0">
              <a:effectLst>
                <a:outerShdw blurRad="38100" dist="38100" dir="2700000" algn="tl">
                  <a:srgbClr val="000000">
                    <a:alpha val="43137"/>
                  </a:srgbClr>
                </a:outerShdw>
              </a:effectLst>
              <a:latin typeface="Georgia" panose="02040502050405020303" pitchFamily="18" charset="0"/>
            </a:rPr>
            <a:t>Region</a:t>
          </a:r>
        </a:p>
        <a:p>
          <a:pPr marL="0" lvl="0" indent="0" algn="ctr" defTabSz="1066800">
            <a:lnSpc>
              <a:spcPct val="90000"/>
            </a:lnSpc>
            <a:spcBef>
              <a:spcPct val="0"/>
            </a:spcBef>
            <a:spcAft>
              <a:spcPct val="35000"/>
            </a:spcAft>
            <a:buNone/>
          </a:pPr>
          <a:r>
            <a:rPr lang="en-IN" sz="1900" kern="1200" dirty="0">
              <a:latin typeface="Georgia" panose="02040502050405020303" pitchFamily="18" charset="0"/>
            </a:rPr>
            <a:t>North records the highest sales and profit, while the West records the lowest</a:t>
          </a:r>
        </a:p>
      </dsp:txBody>
      <dsp:txXfrm>
        <a:off x="0" y="3201311"/>
        <a:ext cx="3262629" cy="1957578"/>
      </dsp:txXfrm>
    </dsp:sp>
    <dsp:sp modelId="{4465BF8C-3208-4DB1-94F0-619D230059E6}">
      <dsp:nvSpPr>
        <dsp:cNvPr id="0" name=""/>
        <dsp:cNvSpPr/>
      </dsp:nvSpPr>
      <dsp:spPr>
        <a:xfrm>
          <a:off x="6921734" y="3172965"/>
          <a:ext cx="3262629" cy="195757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i="1" kern="1200" dirty="0">
              <a:effectLst>
                <a:outerShdw blurRad="38100" dist="38100" dir="2700000" algn="tl">
                  <a:srgbClr val="000000">
                    <a:alpha val="43137"/>
                  </a:srgbClr>
                </a:outerShdw>
              </a:effectLst>
              <a:latin typeface="Georgia" panose="02040502050405020303" pitchFamily="18" charset="0"/>
            </a:rPr>
            <a:t>Product</a:t>
          </a:r>
        </a:p>
        <a:p>
          <a:pPr marL="0" lvl="0" indent="0" algn="ctr" defTabSz="1066800">
            <a:lnSpc>
              <a:spcPct val="90000"/>
            </a:lnSpc>
            <a:spcBef>
              <a:spcPct val="0"/>
            </a:spcBef>
            <a:spcAft>
              <a:spcPct val="35000"/>
            </a:spcAft>
            <a:buNone/>
          </a:pPr>
          <a:r>
            <a:rPr lang="en-IN" sz="1900" kern="1200" dirty="0">
              <a:latin typeface="Georgia" panose="02040502050405020303" pitchFamily="18" charset="0"/>
            </a:rPr>
            <a:t>Laptops lead recorded sales and profit, strongly influenced by one large order</a:t>
          </a:r>
        </a:p>
      </dsp:txBody>
      <dsp:txXfrm>
        <a:off x="6921734" y="3172965"/>
        <a:ext cx="3262629" cy="1957578"/>
      </dsp:txXfrm>
    </dsp:sp>
    <dsp:sp modelId="{066E3DA3-AFF8-427A-9224-7E4AAA9D1FE3}">
      <dsp:nvSpPr>
        <dsp:cNvPr id="0" name=""/>
        <dsp:cNvSpPr/>
      </dsp:nvSpPr>
      <dsp:spPr>
        <a:xfrm>
          <a:off x="6885421" y="786279"/>
          <a:ext cx="3262629" cy="195757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endParaRPr lang="en-US" sz="2400" i="1" kern="1200" dirty="0">
            <a:effectLst>
              <a:outerShdw blurRad="38100" dist="38100" dir="2700000" algn="tl">
                <a:srgbClr val="000000">
                  <a:alpha val="43137"/>
                </a:srgbClr>
              </a:outerShdw>
            </a:effectLst>
            <a:latin typeface="Georgia" panose="02040502050405020303" pitchFamily="18" charset="0"/>
          </a:endParaRPr>
        </a:p>
        <a:p>
          <a:pPr marL="0" lvl="0" indent="0" algn="ctr" defTabSz="1066800">
            <a:lnSpc>
              <a:spcPct val="90000"/>
            </a:lnSpc>
            <a:spcBef>
              <a:spcPct val="0"/>
            </a:spcBef>
            <a:spcAft>
              <a:spcPct val="35000"/>
            </a:spcAft>
            <a:buNone/>
          </a:pPr>
          <a:r>
            <a:rPr lang="en-US" sz="2400" b="0" i="1" kern="1200" dirty="0">
              <a:effectLst>
                <a:outerShdw blurRad="38100" dist="38100" dir="2700000" algn="tl">
                  <a:srgbClr val="000000">
                    <a:alpha val="43137"/>
                  </a:srgbClr>
                </a:outerShdw>
              </a:effectLst>
              <a:latin typeface="Georgia" panose="02040502050405020303" pitchFamily="18" charset="0"/>
            </a:rPr>
            <a:t>Customer Ratings</a:t>
          </a:r>
        </a:p>
        <a:p>
          <a:pPr marL="0" lvl="0" indent="0" algn="ctr" defTabSz="1066800">
            <a:lnSpc>
              <a:spcPct val="90000"/>
            </a:lnSpc>
            <a:spcBef>
              <a:spcPct val="0"/>
            </a:spcBef>
            <a:spcAft>
              <a:spcPct val="35000"/>
            </a:spcAft>
            <a:buNone/>
          </a:pPr>
          <a:r>
            <a:rPr lang="en-IN" sz="1900" kern="1200" dirty="0">
              <a:latin typeface="Georgia" panose="02040502050405020303" pitchFamily="18" charset="0"/>
            </a:rPr>
            <a:t>Average customer ratings is 4.37/5, and profits are strongly positively correlated</a:t>
          </a:r>
        </a:p>
        <a:p>
          <a:pPr marL="0" lvl="0" indent="0" algn="ctr" defTabSz="1066800">
            <a:lnSpc>
              <a:spcPct val="90000"/>
            </a:lnSpc>
            <a:spcBef>
              <a:spcPct val="0"/>
            </a:spcBef>
            <a:spcAft>
              <a:spcPct val="35000"/>
            </a:spcAft>
            <a:buNone/>
          </a:pPr>
          <a:endParaRPr lang="en-IN" sz="1900" kern="1200" dirty="0">
            <a:latin typeface="Georgia" panose="02040502050405020303" pitchFamily="18" charset="0"/>
          </a:endParaRPr>
        </a:p>
      </dsp:txBody>
      <dsp:txXfrm>
        <a:off x="6885421" y="786279"/>
        <a:ext cx="3262629" cy="1957578"/>
      </dsp:txXfrm>
    </dsp:sp>
    <dsp:sp modelId="{2EF1B3A3-AC46-48BF-84AC-00F21ED3D4CA}">
      <dsp:nvSpPr>
        <dsp:cNvPr id="0" name=""/>
        <dsp:cNvSpPr/>
      </dsp:nvSpPr>
      <dsp:spPr>
        <a:xfrm>
          <a:off x="0" y="787650"/>
          <a:ext cx="3262629" cy="195757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i="1" kern="1200" dirty="0">
              <a:effectLst>
                <a:outerShdw blurRad="38100" dist="38100" dir="2700000" algn="tl">
                  <a:srgbClr val="000000">
                    <a:alpha val="43137"/>
                  </a:srgbClr>
                </a:outerShdw>
              </a:effectLst>
              <a:latin typeface="Georgia" panose="02040502050405020303" pitchFamily="18" charset="0"/>
            </a:rPr>
            <a:t>Total Sales </a:t>
          </a:r>
        </a:p>
        <a:p>
          <a:pPr marL="0" lvl="0" indent="0" algn="ctr" defTabSz="1244600">
            <a:lnSpc>
              <a:spcPct val="90000"/>
            </a:lnSpc>
            <a:spcBef>
              <a:spcPct val="0"/>
            </a:spcBef>
            <a:spcAft>
              <a:spcPct val="35000"/>
            </a:spcAft>
            <a:buNone/>
          </a:pPr>
          <a:r>
            <a:rPr lang="en-IN" sz="2800" kern="1200" dirty="0">
              <a:latin typeface="Georgia" panose="02040502050405020303" pitchFamily="18" charset="0"/>
            </a:rPr>
            <a:t>158K</a:t>
          </a:r>
        </a:p>
      </dsp:txBody>
      <dsp:txXfrm>
        <a:off x="0" y="787650"/>
        <a:ext cx="3262629" cy="1957578"/>
      </dsp:txXfrm>
    </dsp:sp>
    <dsp:sp modelId="{42388E51-FF26-4BE3-9149-CBB9E1A9E526}">
      <dsp:nvSpPr>
        <dsp:cNvPr id="0" name=""/>
        <dsp:cNvSpPr/>
      </dsp:nvSpPr>
      <dsp:spPr>
        <a:xfrm>
          <a:off x="3436104" y="795421"/>
          <a:ext cx="3262629" cy="1957578"/>
        </a:xfrm>
        <a:prstGeom prst="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i="1" kern="1200" dirty="0">
              <a:effectLst>
                <a:outerShdw blurRad="38100" dist="38100" dir="2700000" algn="tl">
                  <a:srgbClr val="000000">
                    <a:alpha val="43137"/>
                  </a:srgbClr>
                </a:outerShdw>
              </a:effectLst>
              <a:latin typeface="Georgia" panose="02040502050405020303" pitchFamily="18" charset="0"/>
            </a:rPr>
            <a:t>Total Profit</a:t>
          </a:r>
        </a:p>
        <a:p>
          <a:pPr marL="0" lvl="0" indent="0" algn="ctr" defTabSz="1244600">
            <a:lnSpc>
              <a:spcPct val="90000"/>
            </a:lnSpc>
            <a:spcBef>
              <a:spcPct val="0"/>
            </a:spcBef>
            <a:spcAft>
              <a:spcPct val="35000"/>
            </a:spcAft>
            <a:buNone/>
          </a:pPr>
          <a:r>
            <a:rPr lang="en-IN" sz="2800" kern="1200" dirty="0">
              <a:latin typeface="Georgia" panose="02040502050405020303" pitchFamily="18" charset="0"/>
            </a:rPr>
            <a:t>17.25K</a:t>
          </a:r>
        </a:p>
      </dsp:txBody>
      <dsp:txXfrm>
        <a:off x="3436104" y="795421"/>
        <a:ext cx="3262629" cy="1957578"/>
      </dsp:txXfrm>
    </dsp:sp>
  </dsp:spTree>
</dsp:drawing>
</file>

<file path=ppt/diagrams/layout1.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Tree>
    <p:extLst>
      <p:ext uri="{BB962C8B-B14F-4D97-AF65-F5344CB8AC3E}">
        <p14:creationId xmlns:p14="http://schemas.microsoft.com/office/powerpoint/2010/main" val="1163445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1174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6982A5C8-519A-4C04-AB46-4A35589AFE7E}" type="slidenum">
              <a:rPr lang="en-IN" smtClean="0"/>
              <a:t>‹#›</a:t>
            </a:fld>
            <a:endParaRPr lang="en-IN"/>
          </a:p>
        </p:txBody>
      </p:sp>
    </p:spTree>
    <p:extLst>
      <p:ext uri="{BB962C8B-B14F-4D97-AF65-F5344CB8AC3E}">
        <p14:creationId xmlns:p14="http://schemas.microsoft.com/office/powerpoint/2010/main" val="20201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6982A5C8-519A-4C04-AB46-4A35589AFE7E}" type="slidenum">
              <a:rPr lang="en-IN" smtClean="0"/>
              <a:t>‹#›</a:t>
            </a:fld>
            <a:endParaRPr lang="en-IN"/>
          </a:p>
        </p:txBody>
      </p:sp>
    </p:spTree>
    <p:extLst>
      <p:ext uri="{BB962C8B-B14F-4D97-AF65-F5344CB8AC3E}">
        <p14:creationId xmlns:p14="http://schemas.microsoft.com/office/powerpoint/2010/main" val="24332012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6982A5C8-519A-4C04-AB46-4A35589AFE7E}" type="slidenum">
              <a:rPr lang="en-IN" smtClean="0"/>
              <a:t>‹#›</a:t>
            </a:fld>
            <a:endParaRPr lang="en-IN"/>
          </a:p>
        </p:txBody>
      </p:sp>
    </p:spTree>
    <p:extLst>
      <p:ext uri="{BB962C8B-B14F-4D97-AF65-F5344CB8AC3E}">
        <p14:creationId xmlns:p14="http://schemas.microsoft.com/office/powerpoint/2010/main" val="2435940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68284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6982A5C8-519A-4C04-AB46-4A35589AFE7E}"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Tree>
    <p:extLst>
      <p:ext uri="{BB962C8B-B14F-4D97-AF65-F5344CB8AC3E}">
        <p14:creationId xmlns:p14="http://schemas.microsoft.com/office/powerpoint/2010/main" val="3318888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6982A5C8-519A-4C04-AB46-4A35589AFE7E}"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7536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08552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001235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1579738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IN"/>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19561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6982A5C8-519A-4C04-AB46-4A35589AFE7E}" type="slidenum">
              <a:rPr lang="en-IN" smtClean="0"/>
              <a:t>‹#›</a:t>
            </a:fld>
            <a:endParaRPr lang="en-IN"/>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6803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965691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998484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5868731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1392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6982A5C8-519A-4C04-AB46-4A35589AFE7E}" type="slidenum">
              <a:rPr lang="en-IN" smtClean="0"/>
              <a:t>‹#›</a:t>
            </a:fld>
            <a:endParaRPr lang="en-IN"/>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49958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dirty="0"/>
              <a:t>XX%</a:t>
            </a:r>
          </a:p>
        </p:txBody>
      </p:sp>
    </p:spTree>
    <p:extLst>
      <p:ext uri="{BB962C8B-B14F-4D97-AF65-F5344CB8AC3E}">
        <p14:creationId xmlns:p14="http://schemas.microsoft.com/office/powerpoint/2010/main" val="37569749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240892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2751688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54989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IN"/>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872297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Tree>
    <p:extLst>
      <p:ext uri="{BB962C8B-B14F-4D97-AF65-F5344CB8AC3E}">
        <p14:creationId xmlns:p14="http://schemas.microsoft.com/office/powerpoint/2010/main" val="12647739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Tree>
    <p:extLst>
      <p:ext uri="{BB962C8B-B14F-4D97-AF65-F5344CB8AC3E}">
        <p14:creationId xmlns:p14="http://schemas.microsoft.com/office/powerpoint/2010/main" val="21421969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72130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6982A5C8-519A-4C04-AB46-4A35589AFE7E}" type="slidenum">
              <a:rPr lang="en-IN" smtClean="0"/>
              <a:t>‹#›</a:t>
            </a:fld>
            <a:endParaRPr lang="en-IN"/>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2433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6AEFF2F5-7AC4-4D16-95F6-BF927D321214}" type="datetimeFigureOut">
              <a:rPr lang="en-IN" smtClean="0"/>
              <a:t>22-10-2026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6982A5C8-519A-4C04-AB46-4A35589AFE7E}" type="slidenum">
              <a:rPr lang="en-IN" smtClean="0"/>
              <a:t>‹#›</a:t>
            </a:fld>
            <a:endParaRPr lang="en-IN"/>
          </a:p>
        </p:txBody>
      </p:sp>
    </p:spTree>
    <p:extLst>
      <p:ext uri="{BB962C8B-B14F-4D97-AF65-F5344CB8AC3E}">
        <p14:creationId xmlns:p14="http://schemas.microsoft.com/office/powerpoint/2010/main" val="6496616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mailto:Nithyarajah05@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diagramLayout" Target="../diagrams/layout2.xml"/><Relationship Id="rId7" Type="http://schemas.openxmlformats.org/officeDocument/2006/relationships/image" Target="../media/image19.png"/><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0.svg"/><Relationship Id="rId2" Type="http://schemas.openxmlformats.org/officeDocument/2006/relationships/diagramData" Target="../diagrams/data3.xml"/><Relationship Id="rId1" Type="http://schemas.openxmlformats.org/officeDocument/2006/relationships/slideLayout" Target="../slideLayouts/slideLayout2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5.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D16E-5464-2373-F503-4EB18EFF39B4}"/>
              </a:ext>
            </a:extLst>
          </p:cNvPr>
          <p:cNvSpPr>
            <a:spLocks noGrp="1"/>
          </p:cNvSpPr>
          <p:nvPr>
            <p:ph type="ctrTitle"/>
          </p:nvPr>
        </p:nvSpPr>
        <p:spPr>
          <a:xfrm>
            <a:off x="5175504" y="1746504"/>
            <a:ext cx="6438515" cy="2232665"/>
          </a:xfrm>
        </p:spPr>
        <p:txBody>
          <a:bodyPr>
            <a:noAutofit/>
          </a:bodyPr>
          <a:lstStyle/>
          <a:p>
            <a:r>
              <a:rPr lang="en-US" sz="6500" b="1" spc="0"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rPr>
              <a:t>E-commerce sales analytics</a:t>
            </a:r>
            <a:endParaRPr lang="en-IN" sz="6500" b="1" spc="0" dirty="0">
              <a:ln w="6600">
                <a:solidFill>
                  <a:schemeClr val="accent2"/>
                </a:solidFill>
                <a:prstDash val="solid"/>
              </a:ln>
              <a:solidFill>
                <a:srgbClr val="FFFFFF"/>
              </a:solidFill>
              <a:effectLst>
                <a:outerShdw dist="38100" dir="2700000" algn="tl" rotWithShape="0">
                  <a:schemeClr val="accent2"/>
                </a:outerShdw>
              </a:effectLst>
              <a:latin typeface="Georgia" panose="02040502050405020303" pitchFamily="18" charset="0"/>
            </a:endParaRPr>
          </a:p>
        </p:txBody>
      </p:sp>
      <p:sp>
        <p:nvSpPr>
          <p:cNvPr id="3" name="Subtitle 2">
            <a:extLst>
              <a:ext uri="{FF2B5EF4-FFF2-40B4-BE49-F238E27FC236}">
                <a16:creationId xmlns:a16="http://schemas.microsoft.com/office/drawing/2014/main" id="{E4F75449-9716-71DF-29AE-26DDDBB21BF8}"/>
              </a:ext>
            </a:extLst>
          </p:cNvPr>
          <p:cNvSpPr>
            <a:spLocks noGrp="1"/>
          </p:cNvSpPr>
          <p:nvPr>
            <p:ph type="subTitle" idx="1"/>
          </p:nvPr>
        </p:nvSpPr>
        <p:spPr>
          <a:xfrm>
            <a:off x="411480" y="534575"/>
            <a:ext cx="4236720" cy="339026"/>
          </a:xfrm>
        </p:spPr>
        <p:txBody>
          <a:bodyPr>
            <a:normAutofit lnSpcReduction="10000"/>
          </a:bodyPr>
          <a:lstStyle/>
          <a:p>
            <a:r>
              <a:rPr lang="en-US" sz="1500" dirty="0">
                <a:ln w="0"/>
                <a:effectLst>
                  <a:outerShdw blurRad="38100" dist="19050" dir="2700000" algn="tl" rotWithShape="0">
                    <a:schemeClr val="dk1">
                      <a:alpha val="40000"/>
                    </a:schemeClr>
                  </a:outerShdw>
                </a:effectLst>
                <a:latin typeface="Book Antiqua" panose="02040602050305030304" pitchFamily="18" charset="0"/>
              </a:rPr>
              <a:t>Internova week 6 capstone project</a:t>
            </a:r>
            <a:endParaRPr lang="en-IN" sz="1500" dirty="0">
              <a:ln w="0"/>
              <a:effectLst>
                <a:outerShdw blurRad="38100" dist="19050" dir="2700000" algn="tl" rotWithShape="0">
                  <a:schemeClr val="dk1">
                    <a:alpha val="40000"/>
                  </a:schemeClr>
                </a:outerShdw>
              </a:effectLst>
              <a:latin typeface="Book Antiqua" panose="02040602050305030304" pitchFamily="18" charset="0"/>
            </a:endParaRPr>
          </a:p>
        </p:txBody>
      </p:sp>
      <p:sp>
        <p:nvSpPr>
          <p:cNvPr id="4" name="TextBox 3">
            <a:extLst>
              <a:ext uri="{FF2B5EF4-FFF2-40B4-BE49-F238E27FC236}">
                <a16:creationId xmlns:a16="http://schemas.microsoft.com/office/drawing/2014/main" id="{1DA8A1A6-A894-E9FE-A534-AC6A1AA48C6B}"/>
              </a:ext>
            </a:extLst>
          </p:cNvPr>
          <p:cNvSpPr txBox="1"/>
          <p:nvPr/>
        </p:nvSpPr>
        <p:spPr>
          <a:xfrm>
            <a:off x="411480" y="5010912"/>
            <a:ext cx="4764024" cy="1754326"/>
          </a:xfrm>
          <a:prstGeom prst="rect">
            <a:avLst/>
          </a:prstGeom>
          <a:noFill/>
        </p:spPr>
        <p:txBody>
          <a:bodyPr wrap="square" rtlCol="0">
            <a:spAutoFit/>
          </a:bodyPr>
          <a:lstStyle/>
          <a:p>
            <a:r>
              <a:rPr lang="en-US" dirty="0">
                <a:latin typeface="Book Antiqua" panose="02040602050305030304" pitchFamily="18" charset="0"/>
              </a:rPr>
              <a:t>By:</a:t>
            </a:r>
          </a:p>
          <a:p>
            <a:r>
              <a:rPr lang="en-US" dirty="0">
                <a:latin typeface="Book Antiqua" panose="02040602050305030304" pitchFamily="18" charset="0"/>
              </a:rPr>
              <a:t>Nithya Rajah</a:t>
            </a:r>
          </a:p>
          <a:p>
            <a:r>
              <a:rPr lang="en-IN" dirty="0">
                <a:latin typeface="Book Antiqua" panose="02040602050305030304" pitchFamily="18" charset="0"/>
              </a:rPr>
              <a:t>Student ID: INST26DA050067</a:t>
            </a:r>
          </a:p>
          <a:p>
            <a:r>
              <a:rPr lang="en-IN" dirty="0">
                <a:latin typeface="Book Antiqua" panose="02040602050305030304" pitchFamily="18" charset="0"/>
              </a:rPr>
              <a:t>Batch Cohort – Batch’05</a:t>
            </a:r>
          </a:p>
          <a:p>
            <a:r>
              <a:rPr lang="en-IN" dirty="0">
                <a:latin typeface="Book Antiqua" panose="02040602050305030304" pitchFamily="18" charset="0"/>
              </a:rPr>
              <a:t>Email ID – </a:t>
            </a:r>
            <a:r>
              <a:rPr lang="en-IN" i="1" u="sng" dirty="0">
                <a:latin typeface="Book Antiqua" panose="02040602050305030304" pitchFamily="18" charset="0"/>
                <a:hlinkClick r:id="rId2">
                  <a:extLst>
                    <a:ext uri="{A12FA001-AC4F-418D-AE19-62706E023703}">
                      <ahyp:hlinkClr xmlns:ahyp="http://schemas.microsoft.com/office/drawing/2018/hyperlinkcolor" val="tx"/>
                    </a:ext>
                  </a:extLst>
                </a:hlinkClick>
              </a:rPr>
              <a:t>Nithyarajah05@gmail.com</a:t>
            </a:r>
            <a:endParaRPr lang="en-IN" dirty="0">
              <a:latin typeface="Book Antiqua" panose="02040602050305030304" pitchFamily="18" charset="0"/>
            </a:endParaRPr>
          </a:p>
          <a:p>
            <a:endParaRPr lang="en-IN" dirty="0">
              <a:latin typeface="Book Antiqua" panose="02040602050305030304" pitchFamily="18" charset="0"/>
            </a:endParaRPr>
          </a:p>
        </p:txBody>
      </p:sp>
    </p:spTree>
    <p:extLst>
      <p:ext uri="{BB962C8B-B14F-4D97-AF65-F5344CB8AC3E}">
        <p14:creationId xmlns:p14="http://schemas.microsoft.com/office/powerpoint/2010/main" val="1102698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90B40-1C72-6FD6-22D7-8814F43B3159}"/>
              </a:ext>
            </a:extLst>
          </p:cNvPr>
          <p:cNvSpPr>
            <a:spLocks noGrp="1"/>
          </p:cNvSpPr>
          <p:nvPr>
            <p:ph type="title"/>
          </p:nvPr>
        </p:nvSpPr>
        <p:spPr>
          <a:xfrm>
            <a:off x="270608" y="262116"/>
            <a:ext cx="7136032" cy="816876"/>
          </a:xfrm>
        </p:spPr>
        <p:txBody>
          <a:bodyPr>
            <a:normAutofit/>
          </a:bodyPr>
          <a:lstStyle/>
          <a:p>
            <a:r>
              <a:rPr lang="en-US" sz="4000" dirty="0">
                <a:latin typeface="Georgia" panose="02040502050405020303" pitchFamily="18" charset="0"/>
              </a:rPr>
              <a:t>Data Set &amp; Project Objective</a:t>
            </a:r>
            <a:endParaRPr lang="en-IN" sz="4000" dirty="0">
              <a:latin typeface="Georgia" panose="02040502050405020303" pitchFamily="18" charset="0"/>
            </a:endParaRPr>
          </a:p>
        </p:txBody>
      </p:sp>
      <p:graphicFrame>
        <p:nvGraphicFramePr>
          <p:cNvPr id="5" name="Content Placeholder 4">
            <a:extLst>
              <a:ext uri="{FF2B5EF4-FFF2-40B4-BE49-F238E27FC236}">
                <a16:creationId xmlns:a16="http://schemas.microsoft.com/office/drawing/2014/main" id="{A7A4B249-DB23-0861-F7C6-7E3FC15AD7B9}"/>
              </a:ext>
            </a:extLst>
          </p:cNvPr>
          <p:cNvGraphicFramePr>
            <a:graphicFrameLocks noGrp="1"/>
          </p:cNvGraphicFramePr>
          <p:nvPr>
            <p:ph sz="quarter" idx="14"/>
            <p:extLst>
              <p:ext uri="{D42A27DB-BD31-4B8C-83A1-F6EECF244321}">
                <p14:modId xmlns:p14="http://schemas.microsoft.com/office/powerpoint/2010/main" val="2235744386"/>
              </p:ext>
            </p:extLst>
          </p:nvPr>
        </p:nvGraphicFramePr>
        <p:xfrm>
          <a:off x="384365" y="1203947"/>
          <a:ext cx="4013897" cy="51166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7" name="Picture Placeholder 16">
            <a:extLst>
              <a:ext uri="{FF2B5EF4-FFF2-40B4-BE49-F238E27FC236}">
                <a16:creationId xmlns:a16="http://schemas.microsoft.com/office/drawing/2014/main" id="{3E20109E-77B4-88F6-4916-572EB8F7E791}"/>
              </a:ext>
            </a:extLst>
          </p:cNvPr>
          <p:cNvPicPr>
            <a:picLocks noGrp="1" noChangeAspect="1"/>
          </p:cNvPicPr>
          <p:nvPr>
            <p:ph type="pic" sz="quarter" idx="15"/>
          </p:nvPr>
        </p:nvPicPr>
        <p:blipFill>
          <a:blip r:embed="rId7"/>
          <a:srcRect t="8984" b="8984"/>
          <a:stretch/>
        </p:blipFill>
        <p:spPr>
          <a:xfrm>
            <a:off x="4750181" y="1980248"/>
            <a:ext cx="6881813" cy="3171825"/>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8" cstate="email">
              <a:alphaModFix amt="60000"/>
              <a:extLst>
                <a:ext uri="{28A0092B-C50C-407E-A947-70E740481C1C}">
                  <a14:useLocalDpi xmlns:a14="http://schemas.microsoft.com/office/drawing/2010/main"/>
                </a:ext>
              </a:extLst>
            </a:blip>
            <a:srcRect/>
            <a:stretch>
              <a:fillRect/>
            </a:stretch>
          </a:blipFill>
        </p:spPr>
      </p:pic>
    </p:spTree>
    <p:extLst>
      <p:ext uri="{BB962C8B-B14F-4D97-AF65-F5344CB8AC3E}">
        <p14:creationId xmlns:p14="http://schemas.microsoft.com/office/powerpoint/2010/main" val="2514870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E62BA-3B3C-CB67-71F7-98BDE44BD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732B1-EDCA-EBBF-14DB-6A13C3C3C424}"/>
              </a:ext>
            </a:extLst>
          </p:cNvPr>
          <p:cNvSpPr>
            <a:spLocks noGrp="1"/>
          </p:cNvSpPr>
          <p:nvPr>
            <p:ph type="title"/>
          </p:nvPr>
        </p:nvSpPr>
        <p:spPr>
          <a:xfrm>
            <a:off x="270608" y="262116"/>
            <a:ext cx="9220864" cy="662702"/>
          </a:xfrm>
        </p:spPr>
        <p:txBody>
          <a:bodyPr>
            <a:normAutofit/>
          </a:bodyPr>
          <a:lstStyle/>
          <a:p>
            <a:r>
              <a:rPr lang="en-US" sz="4000" dirty="0">
                <a:latin typeface="Georgia" panose="02040502050405020303" pitchFamily="18" charset="0"/>
              </a:rPr>
              <a:t>Data Preparation &amp; exploratory analysis</a:t>
            </a:r>
            <a:endParaRPr lang="en-IN" sz="4000" dirty="0">
              <a:latin typeface="Georgia" panose="02040502050405020303" pitchFamily="18" charset="0"/>
            </a:endParaRPr>
          </a:p>
        </p:txBody>
      </p:sp>
      <p:graphicFrame>
        <p:nvGraphicFramePr>
          <p:cNvPr id="5" name="Content Placeholder 4">
            <a:extLst>
              <a:ext uri="{FF2B5EF4-FFF2-40B4-BE49-F238E27FC236}">
                <a16:creationId xmlns:a16="http://schemas.microsoft.com/office/drawing/2014/main" id="{680B4155-B015-B3CD-80AB-C1EE99CE0486}"/>
              </a:ext>
            </a:extLst>
          </p:cNvPr>
          <p:cNvGraphicFramePr>
            <a:graphicFrameLocks noGrp="1"/>
          </p:cNvGraphicFramePr>
          <p:nvPr>
            <p:ph sz="quarter" idx="14"/>
            <p:extLst>
              <p:ext uri="{D42A27DB-BD31-4B8C-83A1-F6EECF244321}">
                <p14:modId xmlns:p14="http://schemas.microsoft.com/office/powerpoint/2010/main" val="1284840346"/>
              </p:ext>
            </p:extLst>
          </p:nvPr>
        </p:nvGraphicFramePr>
        <p:xfrm>
          <a:off x="384365" y="1203947"/>
          <a:ext cx="4013897" cy="51166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Placeholder 11">
            <a:extLst>
              <a:ext uri="{FF2B5EF4-FFF2-40B4-BE49-F238E27FC236}">
                <a16:creationId xmlns:a16="http://schemas.microsoft.com/office/drawing/2014/main" id="{BDF4D7D2-4AE5-64C4-6B95-543263A41C9F}"/>
              </a:ext>
            </a:extLst>
          </p:cNvPr>
          <p:cNvPicPr>
            <a:picLocks noGrp="1" noChangeAspect="1"/>
          </p:cNvPicPr>
          <p:nvPr>
            <p:ph type="pic" sz="quarter" idx="15"/>
          </p:nvPr>
        </p:nvPicPr>
        <p:blipFill>
          <a:blip r:embed="rId7"/>
          <a:srcRect t="15224" b="15224"/>
          <a:stretch/>
        </p:blipFill>
        <p:spPr>
          <a:xfrm>
            <a:off x="4678776" y="1920309"/>
            <a:ext cx="6881813" cy="349408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8" cstate="email">
              <a:alphaModFix amt="60000"/>
              <a:extLst>
                <a:ext uri="{28A0092B-C50C-407E-A947-70E740481C1C}">
                  <a14:useLocalDpi xmlns:a14="http://schemas.microsoft.com/office/drawing/2010/main"/>
                </a:ext>
              </a:extLst>
            </a:blip>
            <a:srcRect/>
            <a:stretch>
              <a:fillRect/>
            </a:stretch>
          </a:blipFill>
        </p:spPr>
      </p:pic>
      <p:sp>
        <p:nvSpPr>
          <p:cNvPr id="3" name="TextBox 2">
            <a:extLst>
              <a:ext uri="{FF2B5EF4-FFF2-40B4-BE49-F238E27FC236}">
                <a16:creationId xmlns:a16="http://schemas.microsoft.com/office/drawing/2014/main" id="{3DDCDB3D-76F5-90AD-8CAA-239FAF861BF2}"/>
              </a:ext>
            </a:extLst>
          </p:cNvPr>
          <p:cNvSpPr txBox="1"/>
          <p:nvPr/>
        </p:nvSpPr>
        <p:spPr>
          <a:xfrm>
            <a:off x="468312" y="2066544"/>
            <a:ext cx="1278192" cy="369332"/>
          </a:xfrm>
          <a:prstGeom prst="rect">
            <a:avLst/>
          </a:prstGeom>
          <a:noFill/>
        </p:spPr>
        <p:txBody>
          <a:bodyPr wrap="square" rtlCol="0">
            <a:spAutoFit/>
          </a:bodyPr>
          <a:lstStyle/>
          <a:p>
            <a:pPr algn="ctr"/>
            <a:r>
              <a:rPr lang="en-US" dirty="0">
                <a:solidFill>
                  <a:schemeClr val="bg1"/>
                </a:solidFill>
                <a:latin typeface="Georgia" panose="02040502050405020303" pitchFamily="18" charset="0"/>
              </a:rPr>
              <a:t>Inspect</a:t>
            </a:r>
            <a:endParaRPr lang="en-IN" dirty="0">
              <a:solidFill>
                <a:schemeClr val="bg1"/>
              </a:solidFill>
              <a:latin typeface="Georgia" panose="02040502050405020303" pitchFamily="18" charset="0"/>
            </a:endParaRPr>
          </a:p>
        </p:txBody>
      </p:sp>
      <p:sp>
        <p:nvSpPr>
          <p:cNvPr id="7" name="TextBox 6">
            <a:extLst>
              <a:ext uri="{FF2B5EF4-FFF2-40B4-BE49-F238E27FC236}">
                <a16:creationId xmlns:a16="http://schemas.microsoft.com/office/drawing/2014/main" id="{9CA45862-FD4A-7EA7-71E2-EF1E995643C0}"/>
              </a:ext>
            </a:extLst>
          </p:cNvPr>
          <p:cNvSpPr txBox="1"/>
          <p:nvPr/>
        </p:nvSpPr>
        <p:spPr>
          <a:xfrm>
            <a:off x="812736" y="3577602"/>
            <a:ext cx="1278192" cy="369332"/>
          </a:xfrm>
          <a:prstGeom prst="rect">
            <a:avLst/>
          </a:prstGeom>
          <a:noFill/>
        </p:spPr>
        <p:txBody>
          <a:bodyPr wrap="square" rtlCol="0">
            <a:spAutoFit/>
          </a:bodyPr>
          <a:lstStyle/>
          <a:p>
            <a:pPr algn="ctr"/>
            <a:r>
              <a:rPr lang="en-US" dirty="0">
                <a:solidFill>
                  <a:schemeClr val="bg1"/>
                </a:solidFill>
                <a:latin typeface="Georgia" panose="02040502050405020303" pitchFamily="18" charset="0"/>
              </a:rPr>
              <a:t>Clean</a:t>
            </a:r>
            <a:endParaRPr lang="en-IN" dirty="0">
              <a:solidFill>
                <a:schemeClr val="bg1"/>
              </a:solidFill>
              <a:latin typeface="Georgia" panose="02040502050405020303" pitchFamily="18" charset="0"/>
            </a:endParaRPr>
          </a:p>
        </p:txBody>
      </p:sp>
      <p:sp>
        <p:nvSpPr>
          <p:cNvPr id="9" name="TextBox 8">
            <a:extLst>
              <a:ext uri="{FF2B5EF4-FFF2-40B4-BE49-F238E27FC236}">
                <a16:creationId xmlns:a16="http://schemas.microsoft.com/office/drawing/2014/main" id="{B16DD658-F7F1-F0EA-5D69-729300203466}"/>
              </a:ext>
            </a:extLst>
          </p:cNvPr>
          <p:cNvSpPr txBox="1"/>
          <p:nvPr/>
        </p:nvSpPr>
        <p:spPr>
          <a:xfrm>
            <a:off x="437164" y="5045064"/>
            <a:ext cx="1278192" cy="369332"/>
          </a:xfrm>
          <a:prstGeom prst="rect">
            <a:avLst/>
          </a:prstGeom>
          <a:noFill/>
        </p:spPr>
        <p:txBody>
          <a:bodyPr wrap="square" rtlCol="0">
            <a:spAutoFit/>
          </a:bodyPr>
          <a:lstStyle/>
          <a:p>
            <a:pPr algn="ctr"/>
            <a:r>
              <a:rPr lang="en-US" dirty="0">
                <a:solidFill>
                  <a:schemeClr val="bg1"/>
                </a:solidFill>
                <a:latin typeface="Georgia" panose="02040502050405020303" pitchFamily="18" charset="0"/>
              </a:rPr>
              <a:t>Analyze</a:t>
            </a:r>
            <a:endParaRPr lang="en-IN" dirty="0">
              <a:solidFill>
                <a:schemeClr val="bg1"/>
              </a:solidFill>
              <a:latin typeface="Georgia" panose="02040502050405020303" pitchFamily="18" charset="0"/>
            </a:endParaRPr>
          </a:p>
        </p:txBody>
      </p:sp>
      <p:sp>
        <p:nvSpPr>
          <p:cNvPr id="10" name="TextBox 9">
            <a:extLst>
              <a:ext uri="{FF2B5EF4-FFF2-40B4-BE49-F238E27FC236}">
                <a16:creationId xmlns:a16="http://schemas.microsoft.com/office/drawing/2014/main" id="{9A18DC27-C7AB-B0F4-16C6-D00B3DBDA473}"/>
              </a:ext>
            </a:extLst>
          </p:cNvPr>
          <p:cNvSpPr txBox="1"/>
          <p:nvPr/>
        </p:nvSpPr>
        <p:spPr>
          <a:xfrm>
            <a:off x="3840480" y="865393"/>
            <a:ext cx="7720109" cy="307777"/>
          </a:xfrm>
          <a:prstGeom prst="rect">
            <a:avLst/>
          </a:prstGeom>
          <a:noFill/>
        </p:spPr>
        <p:txBody>
          <a:bodyPr wrap="square" rtlCol="0">
            <a:spAutoFit/>
          </a:bodyPr>
          <a:lstStyle/>
          <a:p>
            <a:r>
              <a:rPr lang="en-US" sz="1400" i="1" dirty="0">
                <a:latin typeface="Georgia" panose="02040502050405020303" pitchFamily="18" charset="0"/>
              </a:rPr>
              <a:t>Tools used: ~ Python ~Excel ~Power BI ~Jupyter Notebook ~SQL ~Git &amp; GitHub</a:t>
            </a:r>
            <a:endParaRPr lang="en-IN" sz="1400" i="1" dirty="0">
              <a:latin typeface="Georgia" panose="02040502050405020303" pitchFamily="18" charset="0"/>
            </a:endParaRPr>
          </a:p>
        </p:txBody>
      </p:sp>
    </p:spTree>
    <p:extLst>
      <p:ext uri="{BB962C8B-B14F-4D97-AF65-F5344CB8AC3E}">
        <p14:creationId xmlns:p14="http://schemas.microsoft.com/office/powerpoint/2010/main" val="101043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79C91A65-AEB6-7134-35C9-25059FB4D4DA}"/>
              </a:ext>
            </a:extLst>
          </p:cNvPr>
          <p:cNvGraphicFramePr/>
          <p:nvPr>
            <p:extLst>
              <p:ext uri="{D42A27DB-BD31-4B8C-83A1-F6EECF244321}">
                <p14:modId xmlns:p14="http://schemas.microsoft.com/office/powerpoint/2010/main" val="484753344"/>
              </p:ext>
            </p:extLst>
          </p:nvPr>
        </p:nvGraphicFramePr>
        <p:xfrm>
          <a:off x="1117600" y="510709"/>
          <a:ext cx="10440416" cy="58365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B7A61B2B-B70A-B829-55D1-22C9FD33C7FD}"/>
              </a:ext>
            </a:extLst>
          </p:cNvPr>
          <p:cNvSpPr txBox="1"/>
          <p:nvPr/>
        </p:nvSpPr>
        <p:spPr>
          <a:xfrm>
            <a:off x="320040" y="187543"/>
            <a:ext cx="8650224" cy="646331"/>
          </a:xfrm>
          <a:prstGeom prst="rect">
            <a:avLst/>
          </a:prstGeom>
          <a:noFill/>
        </p:spPr>
        <p:txBody>
          <a:bodyPr wrap="square" rtlCol="0">
            <a:spAutoFit/>
          </a:bodyPr>
          <a:lstStyle/>
          <a:p>
            <a:r>
              <a:rPr lang="en-US" sz="3600" dirty="0">
                <a:latin typeface="Georgia" panose="02040502050405020303" pitchFamily="18" charset="0"/>
              </a:rPr>
              <a:t>Key findings and visual patterns</a:t>
            </a:r>
            <a:endParaRPr lang="en-IN" sz="3600" dirty="0">
              <a:latin typeface="Georgia" panose="02040502050405020303" pitchFamily="18" charset="0"/>
            </a:endParaRPr>
          </a:p>
        </p:txBody>
      </p:sp>
      <p:pic>
        <p:nvPicPr>
          <p:cNvPr id="8" name="Graphic 7" descr="Bullseye with solid fill">
            <a:extLst>
              <a:ext uri="{FF2B5EF4-FFF2-40B4-BE49-F238E27FC236}">
                <a16:creationId xmlns:a16="http://schemas.microsoft.com/office/drawing/2014/main" id="{ACAB0884-F0AC-9FEF-400C-A5AA64C818A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55536" y="97705"/>
            <a:ext cx="826008" cy="826008"/>
          </a:xfrm>
          <a:prstGeom prst="rect">
            <a:avLst/>
          </a:prstGeom>
        </p:spPr>
      </p:pic>
    </p:spTree>
    <p:extLst>
      <p:ext uri="{BB962C8B-B14F-4D97-AF65-F5344CB8AC3E}">
        <p14:creationId xmlns:p14="http://schemas.microsoft.com/office/powerpoint/2010/main" val="267278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D01B24-1AE3-58A5-BFC5-F3960FDAD29B}"/>
              </a:ext>
            </a:extLst>
          </p:cNvPr>
          <p:cNvSpPr txBox="1"/>
          <p:nvPr/>
        </p:nvSpPr>
        <p:spPr>
          <a:xfrm>
            <a:off x="420623" y="231828"/>
            <a:ext cx="5282185" cy="584775"/>
          </a:xfrm>
          <a:prstGeom prst="rect">
            <a:avLst/>
          </a:prstGeom>
          <a:noFill/>
        </p:spPr>
        <p:txBody>
          <a:bodyPr wrap="square" rtlCol="0">
            <a:spAutoFit/>
          </a:bodyPr>
          <a:lstStyle/>
          <a:p>
            <a:r>
              <a:rPr lang="en-US" sz="3200" dirty="0">
                <a:latin typeface="Georgia" panose="02040502050405020303" pitchFamily="18" charset="0"/>
              </a:rPr>
              <a:t>Dashboard and visuals</a:t>
            </a:r>
          </a:p>
        </p:txBody>
      </p:sp>
      <p:pic>
        <p:nvPicPr>
          <p:cNvPr id="6" name="Picture 5">
            <a:extLst>
              <a:ext uri="{FF2B5EF4-FFF2-40B4-BE49-F238E27FC236}">
                <a16:creationId xmlns:a16="http://schemas.microsoft.com/office/drawing/2014/main" id="{2ECF6041-2A98-52AF-690F-753345099C90}"/>
              </a:ext>
            </a:extLst>
          </p:cNvPr>
          <p:cNvPicPr>
            <a:picLocks noChangeAspect="1"/>
          </p:cNvPicPr>
          <p:nvPr/>
        </p:nvPicPr>
        <p:blipFill>
          <a:blip r:embed="rId2"/>
          <a:stretch>
            <a:fillRect/>
          </a:stretch>
        </p:blipFill>
        <p:spPr>
          <a:xfrm>
            <a:off x="904969" y="1036129"/>
            <a:ext cx="4861848" cy="3124391"/>
          </a:xfrm>
          <a:prstGeom prst="rect">
            <a:avLst/>
          </a:prstGeom>
          <a:solidFill>
            <a:srgbClr val="FFFFFF">
              <a:shade val="85000"/>
            </a:srgbClr>
          </a:solidFill>
          <a:ln w="28575" cap="sq">
            <a:solidFill>
              <a:srgbClr val="E8939A"/>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C91014B5-EE8F-E3C9-148C-AF3B9D5661BC}"/>
              </a:ext>
            </a:extLst>
          </p:cNvPr>
          <p:cNvPicPr>
            <a:picLocks noChangeAspect="1"/>
          </p:cNvPicPr>
          <p:nvPr/>
        </p:nvPicPr>
        <p:blipFill>
          <a:blip r:embed="rId3"/>
          <a:stretch>
            <a:fillRect/>
          </a:stretch>
        </p:blipFill>
        <p:spPr>
          <a:xfrm>
            <a:off x="6951640" y="448056"/>
            <a:ext cx="4070775" cy="2797675"/>
          </a:xfrm>
          <a:prstGeom prst="rect">
            <a:avLst/>
          </a:prstGeom>
          <a:ln w="28575">
            <a:solidFill>
              <a:srgbClr val="118DFF"/>
            </a:solidFill>
          </a:ln>
        </p:spPr>
      </p:pic>
      <p:pic>
        <p:nvPicPr>
          <p:cNvPr id="10" name="Picture 9">
            <a:extLst>
              <a:ext uri="{FF2B5EF4-FFF2-40B4-BE49-F238E27FC236}">
                <a16:creationId xmlns:a16="http://schemas.microsoft.com/office/drawing/2014/main" id="{BDBEA833-EF84-034E-679D-7F12A9BC5D30}"/>
              </a:ext>
            </a:extLst>
          </p:cNvPr>
          <p:cNvPicPr>
            <a:picLocks noChangeAspect="1"/>
          </p:cNvPicPr>
          <p:nvPr/>
        </p:nvPicPr>
        <p:blipFill>
          <a:blip r:embed="rId4"/>
          <a:stretch>
            <a:fillRect/>
          </a:stretch>
        </p:blipFill>
        <p:spPr>
          <a:xfrm>
            <a:off x="6425184" y="3681748"/>
            <a:ext cx="5123688" cy="2728196"/>
          </a:xfrm>
          <a:prstGeom prst="rect">
            <a:avLst/>
          </a:prstGeom>
          <a:ln w="28575">
            <a:solidFill>
              <a:srgbClr val="AC95DA"/>
            </a:solidFill>
          </a:ln>
        </p:spPr>
      </p:pic>
      <p:pic>
        <p:nvPicPr>
          <p:cNvPr id="12" name="Picture 11">
            <a:extLst>
              <a:ext uri="{FF2B5EF4-FFF2-40B4-BE49-F238E27FC236}">
                <a16:creationId xmlns:a16="http://schemas.microsoft.com/office/drawing/2014/main" id="{DEC27C1B-3137-6A67-B0EB-B816B23DA56C}"/>
              </a:ext>
            </a:extLst>
          </p:cNvPr>
          <p:cNvPicPr>
            <a:picLocks noChangeAspect="1"/>
          </p:cNvPicPr>
          <p:nvPr/>
        </p:nvPicPr>
        <p:blipFill>
          <a:blip r:embed="rId5"/>
          <a:stretch>
            <a:fillRect/>
          </a:stretch>
        </p:blipFill>
        <p:spPr>
          <a:xfrm>
            <a:off x="1941446" y="4672433"/>
            <a:ext cx="2987299" cy="1737511"/>
          </a:xfrm>
          <a:prstGeom prst="rect">
            <a:avLst/>
          </a:prstGeom>
          <a:ln w="28575">
            <a:solidFill>
              <a:srgbClr val="FFC000"/>
            </a:solidFill>
          </a:ln>
          <a:effectLst>
            <a:outerShdw blurRad="292100" dist="139700" dir="2700000" algn="tl" rotWithShape="0">
              <a:srgbClr val="333333">
                <a:alpha val="65000"/>
              </a:srgbClr>
            </a:outerShdw>
          </a:effectLst>
        </p:spPr>
      </p:pic>
      <p:pic>
        <p:nvPicPr>
          <p:cNvPr id="14" name="Graphic 13" descr="Bar chart with solid fill">
            <a:extLst>
              <a:ext uri="{FF2B5EF4-FFF2-40B4-BE49-F238E27FC236}">
                <a16:creationId xmlns:a16="http://schemas.microsoft.com/office/drawing/2014/main" id="{DE0A70E7-BD8B-F2BB-7CA9-233CCEA820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36357" y="207663"/>
            <a:ext cx="584775" cy="584775"/>
          </a:xfrm>
          <a:prstGeom prst="rect">
            <a:avLst/>
          </a:prstGeom>
        </p:spPr>
      </p:pic>
    </p:spTree>
    <p:extLst>
      <p:ext uri="{BB962C8B-B14F-4D97-AF65-F5344CB8AC3E}">
        <p14:creationId xmlns:p14="http://schemas.microsoft.com/office/powerpoint/2010/main" val="1981297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8297AD0-471F-D07C-ED96-B5F4D9F810FF}"/>
              </a:ext>
            </a:extLst>
          </p:cNvPr>
          <p:cNvSpPr txBox="1"/>
          <p:nvPr/>
        </p:nvSpPr>
        <p:spPr>
          <a:xfrm>
            <a:off x="493776" y="448056"/>
            <a:ext cx="6409944" cy="646331"/>
          </a:xfrm>
          <a:prstGeom prst="rect">
            <a:avLst/>
          </a:prstGeom>
          <a:noFill/>
        </p:spPr>
        <p:txBody>
          <a:bodyPr wrap="square" rtlCol="0">
            <a:spAutoFit/>
          </a:bodyPr>
          <a:lstStyle/>
          <a:p>
            <a:r>
              <a:rPr lang="en-US" sz="3600" dirty="0">
                <a:latin typeface="Georgia" panose="02040502050405020303" pitchFamily="18" charset="0"/>
              </a:rPr>
              <a:t>Business Recommendations</a:t>
            </a:r>
            <a:endParaRPr lang="en-IN" sz="3600" dirty="0">
              <a:latin typeface="Georgia" panose="02040502050405020303" pitchFamily="18" charset="0"/>
            </a:endParaRPr>
          </a:p>
        </p:txBody>
      </p:sp>
      <p:sp>
        <p:nvSpPr>
          <p:cNvPr id="8" name="TextBox 7">
            <a:extLst>
              <a:ext uri="{FF2B5EF4-FFF2-40B4-BE49-F238E27FC236}">
                <a16:creationId xmlns:a16="http://schemas.microsoft.com/office/drawing/2014/main" id="{D9516762-F109-D615-201A-6785F64297D6}"/>
              </a:ext>
            </a:extLst>
          </p:cNvPr>
          <p:cNvSpPr txBox="1"/>
          <p:nvPr/>
        </p:nvSpPr>
        <p:spPr>
          <a:xfrm>
            <a:off x="768096" y="1370135"/>
            <a:ext cx="8083296" cy="127248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IN" sz="2000" i="1" dirty="0">
                <a:effectLst>
                  <a:outerShdw blurRad="38100" dist="38100" dir="2700000" algn="tl">
                    <a:srgbClr val="000000">
                      <a:alpha val="43137"/>
                    </a:srgbClr>
                  </a:outerShdw>
                </a:effectLst>
                <a:latin typeface="Georgia" panose="02040502050405020303" pitchFamily="18" charset="0"/>
              </a:rPr>
              <a:t>Recommendation 1</a:t>
            </a:r>
          </a:p>
          <a:p>
            <a:r>
              <a:rPr lang="en-IN" dirty="0">
                <a:latin typeface="Georgia" panose="02040502050405020303" pitchFamily="18" charset="0"/>
              </a:rPr>
              <a:t>Continue monitoring demand for Electronics because it contributes the largest share of sales. Study the practices and customer demand in the North region to identify strategies that may be useful in lower-performing regions</a:t>
            </a:r>
          </a:p>
        </p:txBody>
      </p:sp>
      <p:sp>
        <p:nvSpPr>
          <p:cNvPr id="10" name="TextBox 9">
            <a:extLst>
              <a:ext uri="{FF2B5EF4-FFF2-40B4-BE49-F238E27FC236}">
                <a16:creationId xmlns:a16="http://schemas.microsoft.com/office/drawing/2014/main" id="{F85BDDBB-23BC-EEB4-FC61-2F407E59A650}"/>
              </a:ext>
            </a:extLst>
          </p:cNvPr>
          <p:cNvSpPr txBox="1"/>
          <p:nvPr/>
        </p:nvSpPr>
        <p:spPr>
          <a:xfrm>
            <a:off x="2336292" y="2813447"/>
            <a:ext cx="9134856" cy="123110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IN" sz="2000" i="1" dirty="0">
                <a:effectLst>
                  <a:outerShdw blurRad="38100" dist="38100" dir="2700000" algn="tl">
                    <a:srgbClr val="000000">
                      <a:alpha val="43137"/>
                    </a:srgbClr>
                  </a:outerShdw>
                </a:effectLst>
                <a:latin typeface="Georgia" panose="02040502050405020303" pitchFamily="18" charset="0"/>
              </a:rPr>
              <a:t>Recommendation 2</a:t>
            </a:r>
          </a:p>
          <a:p>
            <a:r>
              <a:rPr lang="en-IN" dirty="0">
                <a:latin typeface="Georgia" panose="02040502050405020303" pitchFamily="18" charset="0"/>
              </a:rPr>
              <a:t>Review the unusually large laptop transaction and other potential outliers before using them for business planning. Apply validation rules to flag negative prices, implausible ages, and unusually large order values. Verify these records against source data</a:t>
            </a:r>
          </a:p>
        </p:txBody>
      </p:sp>
      <p:sp>
        <p:nvSpPr>
          <p:cNvPr id="12" name="TextBox 11">
            <a:extLst>
              <a:ext uri="{FF2B5EF4-FFF2-40B4-BE49-F238E27FC236}">
                <a16:creationId xmlns:a16="http://schemas.microsoft.com/office/drawing/2014/main" id="{5F461FA2-A144-59BE-9A0A-0F6FDA422C43}"/>
              </a:ext>
            </a:extLst>
          </p:cNvPr>
          <p:cNvSpPr txBox="1"/>
          <p:nvPr/>
        </p:nvSpPr>
        <p:spPr>
          <a:xfrm>
            <a:off x="658368" y="4841534"/>
            <a:ext cx="9592056" cy="1292662"/>
          </a:xfrm>
          <a:prstGeom prst="rect">
            <a:avLst/>
          </a:prstGeom>
          <a:noFill/>
        </p:spPr>
        <p:txBody>
          <a:bodyPr wrap="square" rtlCol="0">
            <a:spAutoFit/>
          </a:bodyPr>
          <a:lstStyle/>
          <a:p>
            <a:r>
              <a:rPr lang="en-US" sz="2400" i="1" dirty="0">
                <a:effectLst>
                  <a:outerShdw blurRad="38100" dist="38100" dir="2700000" algn="tl">
                    <a:srgbClr val="000000">
                      <a:alpha val="43137"/>
                    </a:srgbClr>
                  </a:outerShdw>
                </a:effectLst>
                <a:latin typeface="Georgia" panose="02040502050405020303" pitchFamily="18" charset="0"/>
              </a:rPr>
              <a:t>Conclusion:</a:t>
            </a:r>
          </a:p>
          <a:p>
            <a:r>
              <a:rPr lang="en-US" dirty="0">
                <a:solidFill>
                  <a:srgbClr val="F7F9FD"/>
                </a:solidFill>
                <a:latin typeface="Georgia" panose="02040502050405020303" pitchFamily="18" charset="0"/>
              </a:rPr>
              <a:t>The project demonstrates an end-to-end workflow: prepare data, explore patterns, visualize results, communicate through a dashboard, and document work with GitHub. Findings are useful starting points, subject to data validation</a:t>
            </a:r>
            <a:endParaRPr lang="en-IN" dirty="0">
              <a:latin typeface="Georgia" panose="02040502050405020303" pitchFamily="18" charset="0"/>
            </a:endParaRPr>
          </a:p>
        </p:txBody>
      </p:sp>
    </p:spTree>
    <p:extLst>
      <p:ext uri="{BB962C8B-B14F-4D97-AF65-F5344CB8AC3E}">
        <p14:creationId xmlns:p14="http://schemas.microsoft.com/office/powerpoint/2010/main" val="3363245227"/>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docProps/app.xml><?xml version="1.0" encoding="utf-8"?>
<Properties xmlns="http://schemas.openxmlformats.org/officeDocument/2006/extended-properties" xmlns:vt="http://schemas.openxmlformats.org/officeDocument/2006/docPropsVTypes">
  <Template>Film Burn</Template>
  <TotalTime>98</TotalTime>
  <Words>321</Words>
  <Application>Microsoft Office PowerPoint</Application>
  <PresentationFormat>Widescreen</PresentationFormat>
  <Paragraphs>56</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Book Antiqua</vt:lpstr>
      <vt:lpstr>Georgia</vt:lpstr>
      <vt:lpstr>Neue Haas Grotesk Text Pro</vt:lpstr>
      <vt:lpstr>Film Burn</vt:lpstr>
      <vt:lpstr>E-commerce sales analytics</vt:lpstr>
      <vt:lpstr>Data Set &amp; Project Objective</vt:lpstr>
      <vt:lpstr>Data Preparation &amp; exploratory analysis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Nithya Rajah</dc:creator>
  <cp:lastModifiedBy>Nithya Rajah</cp:lastModifiedBy>
  <cp:revision>1</cp:revision>
  <dcterms:created xsi:type="dcterms:W3CDTF">2026-10-22T05:34:49Z</dcterms:created>
  <dcterms:modified xsi:type="dcterms:W3CDTF">2026-10-22T07:13:42Z</dcterms:modified>
</cp:coreProperties>
</file>